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AFC"/>
    <a:srgbClr val="0EA5E9"/>
    <a:srgbClr val="10B981"/>
    <a:srgbClr val="94A3B8"/>
    <a:srgbClr val="0F17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02" d="100"/>
          <a:sy n="102" d="100"/>
        </p:scale>
        <p:origin x="1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E0E94F-027B-4EF4-A459-C54272A0D0E9}"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DDB5094-1FB1-4A25-B29C-259FEC50380B}">
      <dgm:prSet/>
      <dgm:spPr>
        <a:solidFill>
          <a:srgbClr val="F8FAFC">
            <a:alpha val="90000"/>
          </a:srgbClr>
        </a:solidFill>
        <a:ln>
          <a:solidFill>
            <a:schemeClr val="accent6">
              <a:lumMod val="75000"/>
            </a:schemeClr>
          </a:solidFill>
        </a:ln>
      </dgm:spPr>
      <dgm:t>
        <a:bodyPr/>
        <a:lstStyle/>
        <a:p>
          <a:r>
            <a:rPr lang="en-US" dirty="0">
              <a:latin typeface="Calibri" panose="020F0502020204030204" pitchFamily="34" charset="0"/>
              <a:ea typeface="Calibri" panose="020F0502020204030204" pitchFamily="34" charset="0"/>
              <a:cs typeface="Calibri" panose="020F0502020204030204" pitchFamily="34" charset="0"/>
            </a:rPr>
            <a:t>Product Owner: Owns the product backlog. Maximizes the value of the product and represents the business stakeholders. Decides what gets built.</a:t>
          </a:r>
        </a:p>
      </dgm:t>
    </dgm:pt>
    <dgm:pt modelId="{0B21266B-C9ED-438A-9539-BF3C43766B26}" type="parTrans" cxnId="{5EF77D45-60D8-4939-B8E7-A531AE017231}">
      <dgm:prSet/>
      <dgm:spPr/>
      <dgm:t>
        <a:bodyPr/>
        <a:lstStyle/>
        <a:p>
          <a:endParaRPr lang="en-US"/>
        </a:p>
      </dgm:t>
    </dgm:pt>
    <dgm:pt modelId="{DCA2AFFF-5616-4988-9CBF-6327486F8D99}" type="sibTrans" cxnId="{5EF77D45-60D8-4939-B8E7-A531AE017231}">
      <dgm:prSet/>
      <dgm:spPr/>
      <dgm:t>
        <a:bodyPr/>
        <a:lstStyle/>
        <a:p>
          <a:endParaRPr lang="en-US"/>
        </a:p>
      </dgm:t>
    </dgm:pt>
    <dgm:pt modelId="{092D83CB-D477-45BF-80E2-96362B45BB42}">
      <dgm:prSet/>
      <dgm:spPr>
        <a:solidFill>
          <a:srgbClr val="F8FAFC">
            <a:alpha val="90000"/>
          </a:srgbClr>
        </a:solidFill>
        <a:ln>
          <a:solidFill>
            <a:schemeClr val="accent6">
              <a:lumMod val="75000"/>
            </a:schemeClr>
          </a:solidFill>
        </a:ln>
      </dgm:spPr>
      <dgm:t>
        <a:bodyPr/>
        <a:lstStyle/>
        <a:p>
          <a:r>
            <a:rPr lang="en-US" dirty="0">
              <a:latin typeface="Calibri" panose="020F0502020204030204" pitchFamily="34" charset="0"/>
              <a:ea typeface="Calibri" panose="020F0502020204030204" pitchFamily="34" charset="0"/>
              <a:cs typeface="Calibri" panose="020F0502020204030204" pitchFamily="34" charset="0"/>
            </a:rPr>
            <a:t>Scrum Master: Owns the process. Removes blocks for the team. Ensures Scrum practices are followed and facilities sprint events.</a:t>
          </a:r>
        </a:p>
      </dgm:t>
    </dgm:pt>
    <dgm:pt modelId="{E72347C5-5DB9-4FCE-A297-2B57E79BAAEA}" type="parTrans" cxnId="{544C0AC9-9DF2-486A-8997-5F4BFEFB376C}">
      <dgm:prSet/>
      <dgm:spPr/>
      <dgm:t>
        <a:bodyPr/>
        <a:lstStyle/>
        <a:p>
          <a:endParaRPr lang="en-US"/>
        </a:p>
      </dgm:t>
    </dgm:pt>
    <dgm:pt modelId="{ED9EBCF2-B77F-4073-AE4B-665B4EFEA9F8}" type="sibTrans" cxnId="{544C0AC9-9DF2-486A-8997-5F4BFEFB376C}">
      <dgm:prSet/>
      <dgm:spPr/>
      <dgm:t>
        <a:bodyPr/>
        <a:lstStyle/>
        <a:p>
          <a:endParaRPr lang="en-US"/>
        </a:p>
      </dgm:t>
    </dgm:pt>
    <dgm:pt modelId="{771269B1-C976-4CFA-914E-B76DC701311B}">
      <dgm:prSet/>
      <dgm:spPr>
        <a:solidFill>
          <a:srgbClr val="F8FAFC">
            <a:alpha val="90000"/>
          </a:srgbClr>
        </a:solidFill>
        <a:ln>
          <a:solidFill>
            <a:schemeClr val="accent6">
              <a:lumMod val="75000"/>
            </a:schemeClr>
          </a:solidFill>
        </a:ln>
      </dgm:spPr>
      <dgm:t>
        <a:bodyPr/>
        <a:lstStyle/>
        <a:p>
          <a:r>
            <a:rPr lang="en-US" dirty="0">
              <a:latin typeface="Calibri" panose="020F0502020204030204" pitchFamily="34" charset="0"/>
              <a:ea typeface="Calibri" panose="020F0502020204030204" pitchFamily="34" charset="0"/>
              <a:cs typeface="Calibri" panose="020F0502020204030204" pitchFamily="34" charset="0"/>
            </a:rPr>
            <a:t>Development Team: Owns the execution. Cross-functional group of developers and testers who build the product. They decide how the work gets done.</a:t>
          </a:r>
        </a:p>
      </dgm:t>
    </dgm:pt>
    <dgm:pt modelId="{280A976C-D583-4FC9-A5FC-56D113598846}" type="parTrans" cxnId="{27FD55EC-BF5B-4B77-958B-0DD8CB5DB731}">
      <dgm:prSet/>
      <dgm:spPr/>
      <dgm:t>
        <a:bodyPr/>
        <a:lstStyle/>
        <a:p>
          <a:endParaRPr lang="en-US"/>
        </a:p>
      </dgm:t>
    </dgm:pt>
    <dgm:pt modelId="{4AD01CDA-7551-49AB-A22A-02AB1190A454}" type="sibTrans" cxnId="{27FD55EC-BF5B-4B77-958B-0DD8CB5DB731}">
      <dgm:prSet/>
      <dgm:spPr/>
      <dgm:t>
        <a:bodyPr/>
        <a:lstStyle/>
        <a:p>
          <a:endParaRPr lang="en-US"/>
        </a:p>
      </dgm:t>
    </dgm:pt>
    <dgm:pt modelId="{89377C45-D44E-4E63-9D98-D7ED06491C84}" type="pres">
      <dgm:prSet presAssocID="{C7E0E94F-027B-4EF4-A459-C54272A0D0E9}" presName="hierChild1" presStyleCnt="0">
        <dgm:presLayoutVars>
          <dgm:chPref val="1"/>
          <dgm:dir/>
          <dgm:animOne val="branch"/>
          <dgm:animLvl val="lvl"/>
          <dgm:resizeHandles/>
        </dgm:presLayoutVars>
      </dgm:prSet>
      <dgm:spPr/>
    </dgm:pt>
    <dgm:pt modelId="{83BA8C82-7D75-403E-8717-E74313010B5F}" type="pres">
      <dgm:prSet presAssocID="{0DDB5094-1FB1-4A25-B29C-259FEC50380B}" presName="hierRoot1" presStyleCnt="0"/>
      <dgm:spPr/>
    </dgm:pt>
    <dgm:pt modelId="{8133AA59-363B-4132-AE71-59D73BD9BE6A}" type="pres">
      <dgm:prSet presAssocID="{0DDB5094-1FB1-4A25-B29C-259FEC50380B}" presName="composite" presStyleCnt="0"/>
      <dgm:spPr/>
    </dgm:pt>
    <dgm:pt modelId="{5DCF99FC-BC00-4902-9FCF-83E5F1856247}" type="pres">
      <dgm:prSet presAssocID="{0DDB5094-1FB1-4A25-B29C-259FEC50380B}" presName="background" presStyleLbl="node0" presStyleIdx="0" presStyleCnt="3"/>
      <dgm:spPr>
        <a:solidFill>
          <a:srgbClr val="10B981"/>
        </a:solidFill>
      </dgm:spPr>
    </dgm:pt>
    <dgm:pt modelId="{9C0FC578-CED0-43E3-8452-2EBA9F7E0C9C}" type="pres">
      <dgm:prSet presAssocID="{0DDB5094-1FB1-4A25-B29C-259FEC50380B}" presName="text" presStyleLbl="fgAcc0" presStyleIdx="0" presStyleCnt="3">
        <dgm:presLayoutVars>
          <dgm:chPref val="3"/>
        </dgm:presLayoutVars>
      </dgm:prSet>
      <dgm:spPr/>
    </dgm:pt>
    <dgm:pt modelId="{C65A1BEC-0F21-4F0C-8E52-4C1D219FE140}" type="pres">
      <dgm:prSet presAssocID="{0DDB5094-1FB1-4A25-B29C-259FEC50380B}" presName="hierChild2" presStyleCnt="0"/>
      <dgm:spPr/>
    </dgm:pt>
    <dgm:pt modelId="{C7151199-A821-489A-957B-680073A15808}" type="pres">
      <dgm:prSet presAssocID="{092D83CB-D477-45BF-80E2-96362B45BB42}" presName="hierRoot1" presStyleCnt="0"/>
      <dgm:spPr/>
    </dgm:pt>
    <dgm:pt modelId="{191254B4-F4EC-4651-947E-557309209F97}" type="pres">
      <dgm:prSet presAssocID="{092D83CB-D477-45BF-80E2-96362B45BB42}" presName="composite" presStyleCnt="0"/>
      <dgm:spPr/>
    </dgm:pt>
    <dgm:pt modelId="{22C7DB79-89AA-4D87-8B43-1E9EA5EA452F}" type="pres">
      <dgm:prSet presAssocID="{092D83CB-D477-45BF-80E2-96362B45BB42}" presName="background" presStyleLbl="node0" presStyleIdx="1" presStyleCnt="3"/>
      <dgm:spPr>
        <a:solidFill>
          <a:srgbClr val="10B981"/>
        </a:solidFill>
      </dgm:spPr>
    </dgm:pt>
    <dgm:pt modelId="{B430586F-E7E4-4784-9BC3-F185BA8EB373}" type="pres">
      <dgm:prSet presAssocID="{092D83CB-D477-45BF-80E2-96362B45BB42}" presName="text" presStyleLbl="fgAcc0" presStyleIdx="1" presStyleCnt="3">
        <dgm:presLayoutVars>
          <dgm:chPref val="3"/>
        </dgm:presLayoutVars>
      </dgm:prSet>
      <dgm:spPr/>
    </dgm:pt>
    <dgm:pt modelId="{300EB4C4-F2E0-421D-AFD1-C2D919978398}" type="pres">
      <dgm:prSet presAssocID="{092D83CB-D477-45BF-80E2-96362B45BB42}" presName="hierChild2" presStyleCnt="0"/>
      <dgm:spPr/>
    </dgm:pt>
    <dgm:pt modelId="{58E10AB0-B976-4FB7-BCCB-A17303F6B468}" type="pres">
      <dgm:prSet presAssocID="{771269B1-C976-4CFA-914E-B76DC701311B}" presName="hierRoot1" presStyleCnt="0"/>
      <dgm:spPr/>
    </dgm:pt>
    <dgm:pt modelId="{80330CF2-8949-4DD0-AB08-76406D7F44C2}" type="pres">
      <dgm:prSet presAssocID="{771269B1-C976-4CFA-914E-B76DC701311B}" presName="composite" presStyleCnt="0"/>
      <dgm:spPr/>
    </dgm:pt>
    <dgm:pt modelId="{7FA23400-3AAD-49DB-9F16-04170965E972}" type="pres">
      <dgm:prSet presAssocID="{771269B1-C976-4CFA-914E-B76DC701311B}" presName="background" presStyleLbl="node0" presStyleIdx="2" presStyleCnt="3"/>
      <dgm:spPr>
        <a:solidFill>
          <a:srgbClr val="10B981"/>
        </a:solidFill>
      </dgm:spPr>
    </dgm:pt>
    <dgm:pt modelId="{E23A9C36-080C-41E2-A204-24304BDC7DB4}" type="pres">
      <dgm:prSet presAssocID="{771269B1-C976-4CFA-914E-B76DC701311B}" presName="text" presStyleLbl="fgAcc0" presStyleIdx="2" presStyleCnt="3">
        <dgm:presLayoutVars>
          <dgm:chPref val="3"/>
        </dgm:presLayoutVars>
      </dgm:prSet>
      <dgm:spPr/>
    </dgm:pt>
    <dgm:pt modelId="{B8AC7E13-ADF2-459C-9307-A05DA8DCA698}" type="pres">
      <dgm:prSet presAssocID="{771269B1-C976-4CFA-914E-B76DC701311B}" presName="hierChild2" presStyleCnt="0"/>
      <dgm:spPr/>
    </dgm:pt>
  </dgm:ptLst>
  <dgm:cxnLst>
    <dgm:cxn modelId="{B31C2227-48AD-4D13-B762-90DCE643A98F}" type="presOf" srcId="{092D83CB-D477-45BF-80E2-96362B45BB42}" destId="{B430586F-E7E4-4784-9BC3-F185BA8EB373}" srcOrd="0" destOrd="0" presId="urn:microsoft.com/office/officeart/2005/8/layout/hierarchy1"/>
    <dgm:cxn modelId="{5EF77D45-60D8-4939-B8E7-A531AE017231}" srcId="{C7E0E94F-027B-4EF4-A459-C54272A0D0E9}" destId="{0DDB5094-1FB1-4A25-B29C-259FEC50380B}" srcOrd="0" destOrd="0" parTransId="{0B21266B-C9ED-438A-9539-BF3C43766B26}" sibTransId="{DCA2AFFF-5616-4988-9CBF-6327486F8D99}"/>
    <dgm:cxn modelId="{554E6768-421B-464D-A7DE-6DFC7504B65F}" type="presOf" srcId="{C7E0E94F-027B-4EF4-A459-C54272A0D0E9}" destId="{89377C45-D44E-4E63-9D98-D7ED06491C84}" srcOrd="0" destOrd="0" presId="urn:microsoft.com/office/officeart/2005/8/layout/hierarchy1"/>
    <dgm:cxn modelId="{5FDB9D6B-ACE1-4E45-BA61-693B4D8A5F7A}" type="presOf" srcId="{0DDB5094-1FB1-4A25-B29C-259FEC50380B}" destId="{9C0FC578-CED0-43E3-8452-2EBA9F7E0C9C}" srcOrd="0" destOrd="0" presId="urn:microsoft.com/office/officeart/2005/8/layout/hierarchy1"/>
    <dgm:cxn modelId="{544C0AC9-9DF2-486A-8997-5F4BFEFB376C}" srcId="{C7E0E94F-027B-4EF4-A459-C54272A0D0E9}" destId="{092D83CB-D477-45BF-80E2-96362B45BB42}" srcOrd="1" destOrd="0" parTransId="{E72347C5-5DB9-4FCE-A297-2B57E79BAAEA}" sibTransId="{ED9EBCF2-B77F-4073-AE4B-665B4EFEA9F8}"/>
    <dgm:cxn modelId="{27FD55EC-BF5B-4B77-958B-0DD8CB5DB731}" srcId="{C7E0E94F-027B-4EF4-A459-C54272A0D0E9}" destId="{771269B1-C976-4CFA-914E-B76DC701311B}" srcOrd="2" destOrd="0" parTransId="{280A976C-D583-4FC9-A5FC-56D113598846}" sibTransId="{4AD01CDA-7551-49AB-A22A-02AB1190A454}"/>
    <dgm:cxn modelId="{789E78F4-73A4-46A1-98EA-CC550369D775}" type="presOf" srcId="{771269B1-C976-4CFA-914E-B76DC701311B}" destId="{E23A9C36-080C-41E2-A204-24304BDC7DB4}" srcOrd="0" destOrd="0" presId="urn:microsoft.com/office/officeart/2005/8/layout/hierarchy1"/>
    <dgm:cxn modelId="{4747D8BB-9117-4EB7-9C41-AAD640AB06F9}" type="presParOf" srcId="{89377C45-D44E-4E63-9D98-D7ED06491C84}" destId="{83BA8C82-7D75-403E-8717-E74313010B5F}" srcOrd="0" destOrd="0" presId="urn:microsoft.com/office/officeart/2005/8/layout/hierarchy1"/>
    <dgm:cxn modelId="{6076FF1F-05FB-4AF1-BC2D-7B1DF4B903D9}" type="presParOf" srcId="{83BA8C82-7D75-403E-8717-E74313010B5F}" destId="{8133AA59-363B-4132-AE71-59D73BD9BE6A}" srcOrd="0" destOrd="0" presId="urn:microsoft.com/office/officeart/2005/8/layout/hierarchy1"/>
    <dgm:cxn modelId="{2341CABC-ADBD-4B4E-8C77-74AE165ED821}" type="presParOf" srcId="{8133AA59-363B-4132-AE71-59D73BD9BE6A}" destId="{5DCF99FC-BC00-4902-9FCF-83E5F1856247}" srcOrd="0" destOrd="0" presId="urn:microsoft.com/office/officeart/2005/8/layout/hierarchy1"/>
    <dgm:cxn modelId="{43B8D3C7-E41F-42C3-BCB9-C92533D7BA60}" type="presParOf" srcId="{8133AA59-363B-4132-AE71-59D73BD9BE6A}" destId="{9C0FC578-CED0-43E3-8452-2EBA9F7E0C9C}" srcOrd="1" destOrd="0" presId="urn:microsoft.com/office/officeart/2005/8/layout/hierarchy1"/>
    <dgm:cxn modelId="{CE828747-82F3-4781-924E-3B3F25ED852A}" type="presParOf" srcId="{83BA8C82-7D75-403E-8717-E74313010B5F}" destId="{C65A1BEC-0F21-4F0C-8E52-4C1D219FE140}" srcOrd="1" destOrd="0" presId="urn:microsoft.com/office/officeart/2005/8/layout/hierarchy1"/>
    <dgm:cxn modelId="{695AB534-6025-4444-B151-0F53D2992D98}" type="presParOf" srcId="{89377C45-D44E-4E63-9D98-D7ED06491C84}" destId="{C7151199-A821-489A-957B-680073A15808}" srcOrd="1" destOrd="0" presId="urn:microsoft.com/office/officeart/2005/8/layout/hierarchy1"/>
    <dgm:cxn modelId="{3ED44843-5599-43AC-AC1C-55490884C43F}" type="presParOf" srcId="{C7151199-A821-489A-957B-680073A15808}" destId="{191254B4-F4EC-4651-947E-557309209F97}" srcOrd="0" destOrd="0" presId="urn:microsoft.com/office/officeart/2005/8/layout/hierarchy1"/>
    <dgm:cxn modelId="{3E0078FD-FADB-4C68-8C9F-1F0A9AB32ECE}" type="presParOf" srcId="{191254B4-F4EC-4651-947E-557309209F97}" destId="{22C7DB79-89AA-4D87-8B43-1E9EA5EA452F}" srcOrd="0" destOrd="0" presId="urn:microsoft.com/office/officeart/2005/8/layout/hierarchy1"/>
    <dgm:cxn modelId="{FA893447-98CF-42BF-97D6-DBA89944F987}" type="presParOf" srcId="{191254B4-F4EC-4651-947E-557309209F97}" destId="{B430586F-E7E4-4784-9BC3-F185BA8EB373}" srcOrd="1" destOrd="0" presId="urn:microsoft.com/office/officeart/2005/8/layout/hierarchy1"/>
    <dgm:cxn modelId="{AE1831DB-082D-4E5E-ABD0-6AA39659ED9F}" type="presParOf" srcId="{C7151199-A821-489A-957B-680073A15808}" destId="{300EB4C4-F2E0-421D-AFD1-C2D919978398}" srcOrd="1" destOrd="0" presId="urn:microsoft.com/office/officeart/2005/8/layout/hierarchy1"/>
    <dgm:cxn modelId="{2E07E6B2-26BE-45C2-8CFF-E42D25A51E3D}" type="presParOf" srcId="{89377C45-D44E-4E63-9D98-D7ED06491C84}" destId="{58E10AB0-B976-4FB7-BCCB-A17303F6B468}" srcOrd="2" destOrd="0" presId="urn:microsoft.com/office/officeart/2005/8/layout/hierarchy1"/>
    <dgm:cxn modelId="{BA9C99E7-CAE2-4FF6-8006-FCBB0054C9D3}" type="presParOf" srcId="{58E10AB0-B976-4FB7-BCCB-A17303F6B468}" destId="{80330CF2-8949-4DD0-AB08-76406D7F44C2}" srcOrd="0" destOrd="0" presId="urn:microsoft.com/office/officeart/2005/8/layout/hierarchy1"/>
    <dgm:cxn modelId="{5AE9658E-6E15-41D6-BF37-D0674F8C5F60}" type="presParOf" srcId="{80330CF2-8949-4DD0-AB08-76406D7F44C2}" destId="{7FA23400-3AAD-49DB-9F16-04170965E972}" srcOrd="0" destOrd="0" presId="urn:microsoft.com/office/officeart/2005/8/layout/hierarchy1"/>
    <dgm:cxn modelId="{66F9965D-3954-4394-8B26-78F0D0D545A9}" type="presParOf" srcId="{80330CF2-8949-4DD0-AB08-76406D7F44C2}" destId="{E23A9C36-080C-41E2-A204-24304BDC7DB4}" srcOrd="1" destOrd="0" presId="urn:microsoft.com/office/officeart/2005/8/layout/hierarchy1"/>
    <dgm:cxn modelId="{68A2748E-0C6B-4E0E-911C-6B89FA9F6630}" type="presParOf" srcId="{58E10AB0-B976-4FB7-BCCB-A17303F6B468}" destId="{B8AC7E13-ADF2-459C-9307-A05DA8DCA69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26A7B7-D504-45F3-A118-5C92BE30CBE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E417636-63EA-4DFD-A390-A3F5FCFFBECC}">
      <dgm:prSet/>
      <dgm:spPr/>
      <dgm:t>
        <a:bodyPr/>
        <a:lstStyle/>
        <a:p>
          <a:r>
            <a:rPr lang="en-US" dirty="0"/>
            <a:t>Continuous Planning: Requirements are prioritized in the backlog instead of locked in a massive upfront document.</a:t>
          </a:r>
        </a:p>
      </dgm:t>
    </dgm:pt>
    <dgm:pt modelId="{EBD386E5-B06A-4019-B8A8-C0C89B4E26A2}" type="parTrans" cxnId="{311A0130-EAB6-489F-AC87-9BDB76A8D2ED}">
      <dgm:prSet/>
      <dgm:spPr/>
      <dgm:t>
        <a:bodyPr/>
        <a:lstStyle/>
        <a:p>
          <a:endParaRPr lang="en-US"/>
        </a:p>
      </dgm:t>
    </dgm:pt>
    <dgm:pt modelId="{0CBC0BE9-8B11-44CC-B8AD-36F43D46EA6D}" type="sibTrans" cxnId="{311A0130-EAB6-489F-AC87-9BDB76A8D2ED}">
      <dgm:prSet/>
      <dgm:spPr/>
      <dgm:t>
        <a:bodyPr/>
        <a:lstStyle/>
        <a:p>
          <a:endParaRPr lang="en-US"/>
        </a:p>
      </dgm:t>
    </dgm:pt>
    <dgm:pt modelId="{85500D7A-F32C-4225-84FE-91929EA34C76}">
      <dgm:prSet/>
      <dgm:spPr/>
      <dgm:t>
        <a:bodyPr/>
        <a:lstStyle/>
        <a:p>
          <a:r>
            <a:rPr lang="en-US"/>
            <a:t>Iterative Development: Code is written in short two-week sprints.</a:t>
          </a:r>
        </a:p>
      </dgm:t>
    </dgm:pt>
    <dgm:pt modelId="{C6E24CD1-DF94-4BE6-BA76-4FEDF362737B}" type="parTrans" cxnId="{A4895C04-9831-443B-A752-CCAD70417818}">
      <dgm:prSet/>
      <dgm:spPr/>
      <dgm:t>
        <a:bodyPr/>
        <a:lstStyle/>
        <a:p>
          <a:endParaRPr lang="en-US"/>
        </a:p>
      </dgm:t>
    </dgm:pt>
    <dgm:pt modelId="{F34B352E-F4C5-4AFB-8CBF-D2B239A3C718}" type="sibTrans" cxnId="{A4895C04-9831-443B-A752-CCAD70417818}">
      <dgm:prSet/>
      <dgm:spPr/>
      <dgm:t>
        <a:bodyPr/>
        <a:lstStyle/>
        <a:p>
          <a:endParaRPr lang="en-US"/>
        </a:p>
      </dgm:t>
    </dgm:pt>
    <dgm:pt modelId="{C7FEDA35-1C99-4B57-A89F-23854F12AD75}">
      <dgm:prSet/>
      <dgm:spPr/>
      <dgm:t>
        <a:bodyPr/>
        <a:lstStyle/>
        <a:p>
          <a:r>
            <a:rPr lang="en-US"/>
            <a:t>Continuous Testing: QA is involved from day one. Testing happens alongside development to catch bugs immediately.</a:t>
          </a:r>
        </a:p>
      </dgm:t>
    </dgm:pt>
    <dgm:pt modelId="{A9C3E793-A605-48AA-9806-D4548FB6F999}" type="parTrans" cxnId="{11B0F731-DF55-4777-908A-9584BADBC4FD}">
      <dgm:prSet/>
      <dgm:spPr/>
      <dgm:t>
        <a:bodyPr/>
        <a:lstStyle/>
        <a:p>
          <a:endParaRPr lang="en-US"/>
        </a:p>
      </dgm:t>
    </dgm:pt>
    <dgm:pt modelId="{45684EA8-7585-48AA-B9E1-DD0083207D91}" type="sibTrans" cxnId="{11B0F731-DF55-4777-908A-9584BADBC4FD}">
      <dgm:prSet/>
      <dgm:spPr/>
      <dgm:t>
        <a:bodyPr/>
        <a:lstStyle/>
        <a:p>
          <a:endParaRPr lang="en-US"/>
        </a:p>
      </dgm:t>
    </dgm:pt>
    <dgm:pt modelId="{9C58EB3B-B4A0-4BB7-A65D-F2FE5C0222C4}">
      <dgm:prSet/>
      <dgm:spPr/>
      <dgm:t>
        <a:bodyPr/>
        <a:lstStyle/>
        <a:p>
          <a:r>
            <a:rPr lang="en-US"/>
            <a:t>Sprint Review: The team demos working software to stakeholders at the end of every sprint to gather immediate feedback.</a:t>
          </a:r>
        </a:p>
      </dgm:t>
    </dgm:pt>
    <dgm:pt modelId="{E7ACBB7F-B9F7-4EB2-880A-256A66425B0A}" type="parTrans" cxnId="{7FA68CC1-BACF-4C9C-AC37-46AA222A5C45}">
      <dgm:prSet/>
      <dgm:spPr/>
      <dgm:t>
        <a:bodyPr/>
        <a:lstStyle/>
        <a:p>
          <a:endParaRPr lang="en-US"/>
        </a:p>
      </dgm:t>
    </dgm:pt>
    <dgm:pt modelId="{52700110-8E79-4776-B008-6E5C2A73590A}" type="sibTrans" cxnId="{7FA68CC1-BACF-4C9C-AC37-46AA222A5C45}">
      <dgm:prSet/>
      <dgm:spPr/>
      <dgm:t>
        <a:bodyPr/>
        <a:lstStyle/>
        <a:p>
          <a:endParaRPr lang="en-US"/>
        </a:p>
      </dgm:t>
    </dgm:pt>
    <dgm:pt modelId="{C8798460-C2AE-41E4-9520-378641CEC69E}" type="pres">
      <dgm:prSet presAssocID="{5426A7B7-D504-45F3-A118-5C92BE30CBEB}" presName="root" presStyleCnt="0">
        <dgm:presLayoutVars>
          <dgm:dir/>
          <dgm:resizeHandles val="exact"/>
        </dgm:presLayoutVars>
      </dgm:prSet>
      <dgm:spPr/>
    </dgm:pt>
    <dgm:pt modelId="{8FC968CC-42D2-49BC-9D38-BE42E4F19371}" type="pres">
      <dgm:prSet presAssocID="{FE417636-63EA-4DFD-A390-A3F5FCFFBECC}" presName="compNode" presStyleCnt="0"/>
      <dgm:spPr/>
    </dgm:pt>
    <dgm:pt modelId="{93B2B1AB-CA2F-43DC-A83B-8E082B164454}" type="pres">
      <dgm:prSet presAssocID="{FE417636-63EA-4DFD-A390-A3F5FCFFBECC}" presName="bgRect" presStyleLbl="bgShp" presStyleIdx="0" presStyleCnt="4"/>
      <dgm:spPr>
        <a:solidFill>
          <a:srgbClr val="F8FAFC"/>
        </a:solidFill>
      </dgm:spPr>
    </dgm:pt>
    <dgm:pt modelId="{B77EC0DB-F811-4A63-85D3-8FC588308C0A}" type="pres">
      <dgm:prSet presAssocID="{FE417636-63EA-4DFD-A390-A3F5FCFFBEC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Irritant"/>
        </a:ext>
      </dgm:extLst>
    </dgm:pt>
    <dgm:pt modelId="{651D5A48-5197-4FEB-9BA7-05A24EA0B19E}" type="pres">
      <dgm:prSet presAssocID="{FE417636-63EA-4DFD-A390-A3F5FCFFBECC}" presName="spaceRect" presStyleCnt="0"/>
      <dgm:spPr/>
    </dgm:pt>
    <dgm:pt modelId="{833D554C-41BD-4D53-8651-795BE8CA907E}" type="pres">
      <dgm:prSet presAssocID="{FE417636-63EA-4DFD-A390-A3F5FCFFBECC}" presName="parTx" presStyleLbl="revTx" presStyleIdx="0" presStyleCnt="4">
        <dgm:presLayoutVars>
          <dgm:chMax val="0"/>
          <dgm:chPref val="0"/>
        </dgm:presLayoutVars>
      </dgm:prSet>
      <dgm:spPr/>
    </dgm:pt>
    <dgm:pt modelId="{A6A8989C-0FCE-4EDA-8931-29ED6E7E9543}" type="pres">
      <dgm:prSet presAssocID="{0CBC0BE9-8B11-44CC-B8AD-36F43D46EA6D}" presName="sibTrans" presStyleCnt="0"/>
      <dgm:spPr/>
    </dgm:pt>
    <dgm:pt modelId="{614826AA-15DA-4405-B2EC-009EB7901039}" type="pres">
      <dgm:prSet presAssocID="{85500D7A-F32C-4225-84FE-91929EA34C76}" presName="compNode" presStyleCnt="0"/>
      <dgm:spPr/>
    </dgm:pt>
    <dgm:pt modelId="{984B0199-9B54-42E4-95F9-249D305FD393}" type="pres">
      <dgm:prSet presAssocID="{85500D7A-F32C-4225-84FE-91929EA34C76}" presName="bgRect" presStyleLbl="bgShp" presStyleIdx="1" presStyleCnt="4"/>
      <dgm:spPr>
        <a:solidFill>
          <a:srgbClr val="F8FAFC"/>
        </a:solidFill>
      </dgm:spPr>
    </dgm:pt>
    <dgm:pt modelId="{3945E0C7-9424-419A-A7CC-B88C073C0717}" type="pres">
      <dgm:prSet presAssocID="{85500D7A-F32C-4225-84FE-91929EA34C7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511BCD95-7EA0-4AC2-A785-C5B02FE6B021}" type="pres">
      <dgm:prSet presAssocID="{85500D7A-F32C-4225-84FE-91929EA34C76}" presName="spaceRect" presStyleCnt="0"/>
      <dgm:spPr/>
    </dgm:pt>
    <dgm:pt modelId="{356AEE39-2FD1-4714-816D-6AED279F9F17}" type="pres">
      <dgm:prSet presAssocID="{85500D7A-F32C-4225-84FE-91929EA34C76}" presName="parTx" presStyleLbl="revTx" presStyleIdx="1" presStyleCnt="4">
        <dgm:presLayoutVars>
          <dgm:chMax val="0"/>
          <dgm:chPref val="0"/>
        </dgm:presLayoutVars>
      </dgm:prSet>
      <dgm:spPr/>
    </dgm:pt>
    <dgm:pt modelId="{3A8DF762-6425-4B10-9AAE-78B881B53706}" type="pres">
      <dgm:prSet presAssocID="{F34B352E-F4C5-4AFB-8CBF-D2B239A3C718}" presName="sibTrans" presStyleCnt="0"/>
      <dgm:spPr/>
    </dgm:pt>
    <dgm:pt modelId="{F146DEE8-05D2-4678-A2DE-85C359340171}" type="pres">
      <dgm:prSet presAssocID="{C7FEDA35-1C99-4B57-A89F-23854F12AD75}" presName="compNode" presStyleCnt="0"/>
      <dgm:spPr/>
    </dgm:pt>
    <dgm:pt modelId="{5A2081F2-AB2B-49E3-A84A-B5DE768DD64E}" type="pres">
      <dgm:prSet presAssocID="{C7FEDA35-1C99-4B57-A89F-23854F12AD75}" presName="bgRect" presStyleLbl="bgShp" presStyleIdx="2" presStyleCnt="4"/>
      <dgm:spPr>
        <a:solidFill>
          <a:srgbClr val="F8FAFC"/>
        </a:solidFill>
      </dgm:spPr>
    </dgm:pt>
    <dgm:pt modelId="{1FD36589-1ABC-4DA0-891C-8DCAF32E8867}" type="pres">
      <dgm:prSet presAssocID="{C7FEDA35-1C99-4B57-A89F-23854F12AD7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g"/>
        </a:ext>
      </dgm:extLst>
    </dgm:pt>
    <dgm:pt modelId="{E2FD052F-DE5F-4DE7-85E4-6FCDC25CE23D}" type="pres">
      <dgm:prSet presAssocID="{C7FEDA35-1C99-4B57-A89F-23854F12AD75}" presName="spaceRect" presStyleCnt="0"/>
      <dgm:spPr/>
    </dgm:pt>
    <dgm:pt modelId="{B48A9545-5A95-4310-9D81-AB6D34C786BA}" type="pres">
      <dgm:prSet presAssocID="{C7FEDA35-1C99-4B57-A89F-23854F12AD75}" presName="parTx" presStyleLbl="revTx" presStyleIdx="2" presStyleCnt="4">
        <dgm:presLayoutVars>
          <dgm:chMax val="0"/>
          <dgm:chPref val="0"/>
        </dgm:presLayoutVars>
      </dgm:prSet>
      <dgm:spPr/>
    </dgm:pt>
    <dgm:pt modelId="{456750CA-389F-4007-A328-F9DC68F9F35B}" type="pres">
      <dgm:prSet presAssocID="{45684EA8-7585-48AA-B9E1-DD0083207D91}" presName="sibTrans" presStyleCnt="0"/>
      <dgm:spPr/>
    </dgm:pt>
    <dgm:pt modelId="{39890A4E-19C9-457C-B653-07389106C1CE}" type="pres">
      <dgm:prSet presAssocID="{9C58EB3B-B4A0-4BB7-A65D-F2FE5C0222C4}" presName="compNode" presStyleCnt="0"/>
      <dgm:spPr/>
    </dgm:pt>
    <dgm:pt modelId="{DC531F0B-D401-435A-B4E4-909C687D38E3}" type="pres">
      <dgm:prSet presAssocID="{9C58EB3B-B4A0-4BB7-A65D-F2FE5C0222C4}" presName="bgRect" presStyleLbl="bgShp" presStyleIdx="3" presStyleCnt="4"/>
      <dgm:spPr>
        <a:solidFill>
          <a:srgbClr val="F8FAFC"/>
        </a:solidFill>
      </dgm:spPr>
    </dgm:pt>
    <dgm:pt modelId="{9B57159E-8B56-473C-B050-34E62E99AAA4}" type="pres">
      <dgm:prSet presAssocID="{9C58EB3B-B4A0-4BB7-A65D-F2FE5C0222C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1FB802BB-D862-4380-B4A5-999EAD2B1646}" type="pres">
      <dgm:prSet presAssocID="{9C58EB3B-B4A0-4BB7-A65D-F2FE5C0222C4}" presName="spaceRect" presStyleCnt="0"/>
      <dgm:spPr/>
    </dgm:pt>
    <dgm:pt modelId="{5140C78A-8D39-4668-8BDD-87178C202E42}" type="pres">
      <dgm:prSet presAssocID="{9C58EB3B-B4A0-4BB7-A65D-F2FE5C0222C4}" presName="parTx" presStyleLbl="revTx" presStyleIdx="3" presStyleCnt="4">
        <dgm:presLayoutVars>
          <dgm:chMax val="0"/>
          <dgm:chPref val="0"/>
        </dgm:presLayoutVars>
      </dgm:prSet>
      <dgm:spPr/>
    </dgm:pt>
  </dgm:ptLst>
  <dgm:cxnLst>
    <dgm:cxn modelId="{A4895C04-9831-443B-A752-CCAD70417818}" srcId="{5426A7B7-D504-45F3-A118-5C92BE30CBEB}" destId="{85500D7A-F32C-4225-84FE-91929EA34C76}" srcOrd="1" destOrd="0" parTransId="{C6E24CD1-DF94-4BE6-BA76-4FEDF362737B}" sibTransId="{F34B352E-F4C5-4AFB-8CBF-D2B239A3C718}"/>
    <dgm:cxn modelId="{311A0130-EAB6-489F-AC87-9BDB76A8D2ED}" srcId="{5426A7B7-D504-45F3-A118-5C92BE30CBEB}" destId="{FE417636-63EA-4DFD-A390-A3F5FCFFBECC}" srcOrd="0" destOrd="0" parTransId="{EBD386E5-B06A-4019-B8A8-C0C89B4E26A2}" sibTransId="{0CBC0BE9-8B11-44CC-B8AD-36F43D46EA6D}"/>
    <dgm:cxn modelId="{11B0F731-DF55-4777-908A-9584BADBC4FD}" srcId="{5426A7B7-D504-45F3-A118-5C92BE30CBEB}" destId="{C7FEDA35-1C99-4B57-A89F-23854F12AD75}" srcOrd="2" destOrd="0" parTransId="{A9C3E793-A605-48AA-9806-D4548FB6F999}" sibTransId="{45684EA8-7585-48AA-B9E1-DD0083207D91}"/>
    <dgm:cxn modelId="{709FB986-5F0A-4E1C-8B02-E3477B4E7C59}" type="presOf" srcId="{FE417636-63EA-4DFD-A390-A3F5FCFFBECC}" destId="{833D554C-41BD-4D53-8651-795BE8CA907E}" srcOrd="0" destOrd="0" presId="urn:microsoft.com/office/officeart/2018/2/layout/IconVerticalSolidList"/>
    <dgm:cxn modelId="{ABCB3B9D-A3B6-43AA-9506-B5F8D74EF3B1}" type="presOf" srcId="{9C58EB3B-B4A0-4BB7-A65D-F2FE5C0222C4}" destId="{5140C78A-8D39-4668-8BDD-87178C202E42}" srcOrd="0" destOrd="0" presId="urn:microsoft.com/office/officeart/2018/2/layout/IconVerticalSolidList"/>
    <dgm:cxn modelId="{2314CD9D-8211-4C21-AB98-B65FBE847FC2}" type="presOf" srcId="{C7FEDA35-1C99-4B57-A89F-23854F12AD75}" destId="{B48A9545-5A95-4310-9D81-AB6D34C786BA}" srcOrd="0" destOrd="0" presId="urn:microsoft.com/office/officeart/2018/2/layout/IconVerticalSolidList"/>
    <dgm:cxn modelId="{BB2076A9-7AC7-4602-AE5D-5FADF40BD252}" type="presOf" srcId="{5426A7B7-D504-45F3-A118-5C92BE30CBEB}" destId="{C8798460-C2AE-41E4-9520-378641CEC69E}" srcOrd="0" destOrd="0" presId="urn:microsoft.com/office/officeart/2018/2/layout/IconVerticalSolidList"/>
    <dgm:cxn modelId="{7FA68CC1-BACF-4C9C-AC37-46AA222A5C45}" srcId="{5426A7B7-D504-45F3-A118-5C92BE30CBEB}" destId="{9C58EB3B-B4A0-4BB7-A65D-F2FE5C0222C4}" srcOrd="3" destOrd="0" parTransId="{E7ACBB7F-B9F7-4EB2-880A-256A66425B0A}" sibTransId="{52700110-8E79-4776-B008-6E5C2A73590A}"/>
    <dgm:cxn modelId="{7601E8FF-649D-4C40-A13A-3267BCAC4CA2}" type="presOf" srcId="{85500D7A-F32C-4225-84FE-91929EA34C76}" destId="{356AEE39-2FD1-4714-816D-6AED279F9F17}" srcOrd="0" destOrd="0" presId="urn:microsoft.com/office/officeart/2018/2/layout/IconVerticalSolidList"/>
    <dgm:cxn modelId="{461B1AC7-A6E0-46B3-BA9B-9BE4796515BC}" type="presParOf" srcId="{C8798460-C2AE-41E4-9520-378641CEC69E}" destId="{8FC968CC-42D2-49BC-9D38-BE42E4F19371}" srcOrd="0" destOrd="0" presId="urn:microsoft.com/office/officeart/2018/2/layout/IconVerticalSolidList"/>
    <dgm:cxn modelId="{EDB764B2-976B-477A-977B-F46AA95C40D8}" type="presParOf" srcId="{8FC968CC-42D2-49BC-9D38-BE42E4F19371}" destId="{93B2B1AB-CA2F-43DC-A83B-8E082B164454}" srcOrd="0" destOrd="0" presId="urn:microsoft.com/office/officeart/2018/2/layout/IconVerticalSolidList"/>
    <dgm:cxn modelId="{7514E33A-93C0-481C-ABF3-50830502E121}" type="presParOf" srcId="{8FC968CC-42D2-49BC-9D38-BE42E4F19371}" destId="{B77EC0DB-F811-4A63-85D3-8FC588308C0A}" srcOrd="1" destOrd="0" presId="urn:microsoft.com/office/officeart/2018/2/layout/IconVerticalSolidList"/>
    <dgm:cxn modelId="{6E57747C-3F4C-46AB-871E-04D1F72C01EC}" type="presParOf" srcId="{8FC968CC-42D2-49BC-9D38-BE42E4F19371}" destId="{651D5A48-5197-4FEB-9BA7-05A24EA0B19E}" srcOrd="2" destOrd="0" presId="urn:microsoft.com/office/officeart/2018/2/layout/IconVerticalSolidList"/>
    <dgm:cxn modelId="{C04810EB-A3DF-470F-A5DC-61B09FE6C5CF}" type="presParOf" srcId="{8FC968CC-42D2-49BC-9D38-BE42E4F19371}" destId="{833D554C-41BD-4D53-8651-795BE8CA907E}" srcOrd="3" destOrd="0" presId="urn:microsoft.com/office/officeart/2018/2/layout/IconVerticalSolidList"/>
    <dgm:cxn modelId="{9385CAE4-7EEA-4601-A4E3-63390F2CE691}" type="presParOf" srcId="{C8798460-C2AE-41E4-9520-378641CEC69E}" destId="{A6A8989C-0FCE-4EDA-8931-29ED6E7E9543}" srcOrd="1" destOrd="0" presId="urn:microsoft.com/office/officeart/2018/2/layout/IconVerticalSolidList"/>
    <dgm:cxn modelId="{3DC78CEA-E48B-4F0D-9414-EE5027FB7B0B}" type="presParOf" srcId="{C8798460-C2AE-41E4-9520-378641CEC69E}" destId="{614826AA-15DA-4405-B2EC-009EB7901039}" srcOrd="2" destOrd="0" presId="urn:microsoft.com/office/officeart/2018/2/layout/IconVerticalSolidList"/>
    <dgm:cxn modelId="{97CE1493-F325-4676-BC24-A8EC816A7889}" type="presParOf" srcId="{614826AA-15DA-4405-B2EC-009EB7901039}" destId="{984B0199-9B54-42E4-95F9-249D305FD393}" srcOrd="0" destOrd="0" presId="urn:microsoft.com/office/officeart/2018/2/layout/IconVerticalSolidList"/>
    <dgm:cxn modelId="{2CDCCC34-D8EF-415B-8439-883CA378794E}" type="presParOf" srcId="{614826AA-15DA-4405-B2EC-009EB7901039}" destId="{3945E0C7-9424-419A-A7CC-B88C073C0717}" srcOrd="1" destOrd="0" presId="urn:microsoft.com/office/officeart/2018/2/layout/IconVerticalSolidList"/>
    <dgm:cxn modelId="{FECF1057-04F4-4352-8B44-0C854161EEEA}" type="presParOf" srcId="{614826AA-15DA-4405-B2EC-009EB7901039}" destId="{511BCD95-7EA0-4AC2-A785-C5B02FE6B021}" srcOrd="2" destOrd="0" presId="urn:microsoft.com/office/officeart/2018/2/layout/IconVerticalSolidList"/>
    <dgm:cxn modelId="{A1890C35-81FF-455C-8FB9-83E0365D5654}" type="presParOf" srcId="{614826AA-15DA-4405-B2EC-009EB7901039}" destId="{356AEE39-2FD1-4714-816D-6AED279F9F17}" srcOrd="3" destOrd="0" presId="urn:microsoft.com/office/officeart/2018/2/layout/IconVerticalSolidList"/>
    <dgm:cxn modelId="{AE48642B-B830-4A17-8CB1-3B1665E66794}" type="presParOf" srcId="{C8798460-C2AE-41E4-9520-378641CEC69E}" destId="{3A8DF762-6425-4B10-9AAE-78B881B53706}" srcOrd="3" destOrd="0" presId="urn:microsoft.com/office/officeart/2018/2/layout/IconVerticalSolidList"/>
    <dgm:cxn modelId="{92BA8FB3-750F-455D-992E-62F0BED926C6}" type="presParOf" srcId="{C8798460-C2AE-41E4-9520-378641CEC69E}" destId="{F146DEE8-05D2-4678-A2DE-85C359340171}" srcOrd="4" destOrd="0" presId="urn:microsoft.com/office/officeart/2018/2/layout/IconVerticalSolidList"/>
    <dgm:cxn modelId="{2D602ED2-0513-4ACD-978D-05CF226BE501}" type="presParOf" srcId="{F146DEE8-05D2-4678-A2DE-85C359340171}" destId="{5A2081F2-AB2B-49E3-A84A-B5DE768DD64E}" srcOrd="0" destOrd="0" presId="urn:microsoft.com/office/officeart/2018/2/layout/IconVerticalSolidList"/>
    <dgm:cxn modelId="{C3EA0706-F403-4382-9ED6-E3D292CCD583}" type="presParOf" srcId="{F146DEE8-05D2-4678-A2DE-85C359340171}" destId="{1FD36589-1ABC-4DA0-891C-8DCAF32E8867}" srcOrd="1" destOrd="0" presId="urn:microsoft.com/office/officeart/2018/2/layout/IconVerticalSolidList"/>
    <dgm:cxn modelId="{B91E3A3B-B7D3-4353-A79C-1F64BB4F6AE7}" type="presParOf" srcId="{F146DEE8-05D2-4678-A2DE-85C359340171}" destId="{E2FD052F-DE5F-4DE7-85E4-6FCDC25CE23D}" srcOrd="2" destOrd="0" presId="urn:microsoft.com/office/officeart/2018/2/layout/IconVerticalSolidList"/>
    <dgm:cxn modelId="{01B482CA-193C-439E-BD38-4E4A8BEE95CE}" type="presParOf" srcId="{F146DEE8-05D2-4678-A2DE-85C359340171}" destId="{B48A9545-5A95-4310-9D81-AB6D34C786BA}" srcOrd="3" destOrd="0" presId="urn:microsoft.com/office/officeart/2018/2/layout/IconVerticalSolidList"/>
    <dgm:cxn modelId="{DB5E417B-980A-4766-AD97-54B23B22827F}" type="presParOf" srcId="{C8798460-C2AE-41E4-9520-378641CEC69E}" destId="{456750CA-389F-4007-A328-F9DC68F9F35B}" srcOrd="5" destOrd="0" presId="urn:microsoft.com/office/officeart/2018/2/layout/IconVerticalSolidList"/>
    <dgm:cxn modelId="{CFA2F513-FD15-4D6F-8CC0-64C5052276A3}" type="presParOf" srcId="{C8798460-C2AE-41E4-9520-378641CEC69E}" destId="{39890A4E-19C9-457C-B653-07389106C1CE}" srcOrd="6" destOrd="0" presId="urn:microsoft.com/office/officeart/2018/2/layout/IconVerticalSolidList"/>
    <dgm:cxn modelId="{7AA67A5B-36F4-4F74-8175-36974AD5DA11}" type="presParOf" srcId="{39890A4E-19C9-457C-B653-07389106C1CE}" destId="{DC531F0B-D401-435A-B4E4-909C687D38E3}" srcOrd="0" destOrd="0" presId="urn:microsoft.com/office/officeart/2018/2/layout/IconVerticalSolidList"/>
    <dgm:cxn modelId="{BA320034-527A-4C63-B389-85117472713C}" type="presParOf" srcId="{39890A4E-19C9-457C-B653-07389106C1CE}" destId="{9B57159E-8B56-473C-B050-34E62E99AAA4}" srcOrd="1" destOrd="0" presId="urn:microsoft.com/office/officeart/2018/2/layout/IconVerticalSolidList"/>
    <dgm:cxn modelId="{D64896B6-B98F-46FC-AE4D-4BDECD63448B}" type="presParOf" srcId="{39890A4E-19C9-457C-B653-07389106C1CE}" destId="{1FB802BB-D862-4380-B4A5-999EAD2B1646}" srcOrd="2" destOrd="0" presId="urn:microsoft.com/office/officeart/2018/2/layout/IconVerticalSolidList"/>
    <dgm:cxn modelId="{5AFA3455-9D61-451D-B788-A5BFD804B696}" type="presParOf" srcId="{39890A4E-19C9-457C-B653-07389106C1CE}" destId="{5140C78A-8D39-4668-8BDD-87178C202E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BACB38-6E01-4EFB-977F-A6A191C575D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FC1D0EC-F670-4A50-9C56-AE6EA3078EA7}">
      <dgm:prSet/>
      <dgm:spPr/>
      <dgm:t>
        <a:bodyPr/>
        <a:lstStyle/>
        <a:p>
          <a:r>
            <a:rPr lang="en-US"/>
            <a:t>Linear progression: Requirements Design Implementation Testing Deployment.</a:t>
          </a:r>
        </a:p>
      </dgm:t>
    </dgm:pt>
    <dgm:pt modelId="{565494B3-011C-495C-9904-B22EA918BE1E}" type="parTrans" cxnId="{E182E4EC-D4A1-4672-9014-523BD8224703}">
      <dgm:prSet/>
      <dgm:spPr/>
      <dgm:t>
        <a:bodyPr/>
        <a:lstStyle/>
        <a:p>
          <a:endParaRPr lang="en-US"/>
        </a:p>
      </dgm:t>
    </dgm:pt>
    <dgm:pt modelId="{0CDFA5E8-5FBE-4A45-82A9-15CB0B20A014}" type="sibTrans" cxnId="{E182E4EC-D4A1-4672-9014-523BD8224703}">
      <dgm:prSet/>
      <dgm:spPr/>
      <dgm:t>
        <a:bodyPr/>
        <a:lstStyle/>
        <a:p>
          <a:endParaRPr lang="en-US"/>
        </a:p>
      </dgm:t>
    </dgm:pt>
    <dgm:pt modelId="{4CC93FBE-3A4E-48A6-BB01-2172032C9F53}">
      <dgm:prSet/>
      <dgm:spPr/>
      <dgm:t>
        <a:bodyPr/>
        <a:lstStyle/>
        <a:p>
          <a:r>
            <a:rPr lang="en-US"/>
            <a:t>High risk: Testing only happens at the very end.</a:t>
          </a:r>
        </a:p>
      </dgm:t>
    </dgm:pt>
    <dgm:pt modelId="{464792E6-26B4-4128-AFA9-422D726B8C3A}" type="parTrans" cxnId="{CEF35BB4-5D5D-4320-A627-4CC7BDF1F09E}">
      <dgm:prSet/>
      <dgm:spPr/>
      <dgm:t>
        <a:bodyPr/>
        <a:lstStyle/>
        <a:p>
          <a:endParaRPr lang="en-US"/>
        </a:p>
      </dgm:t>
    </dgm:pt>
    <dgm:pt modelId="{F6621017-2848-4E23-9DE4-6D46CCF1BD5B}" type="sibTrans" cxnId="{CEF35BB4-5D5D-4320-A627-4CC7BDF1F09E}">
      <dgm:prSet/>
      <dgm:spPr/>
      <dgm:t>
        <a:bodyPr/>
        <a:lstStyle/>
        <a:p>
          <a:endParaRPr lang="en-US"/>
        </a:p>
      </dgm:t>
    </dgm:pt>
    <dgm:pt modelId="{D902FA61-BD64-4A4F-BD2F-9ACBEB350CAF}">
      <dgm:prSet/>
      <dgm:spPr/>
      <dgm:t>
        <a:bodyPr/>
        <a:lstStyle/>
        <a:p>
          <a:r>
            <a:rPr lang="en-US"/>
            <a:t>Example: If we used waterfall for SNHU Travel the mid-project pivot to wellness travel would have failed. We would have spent months writing code for generic vacations. Changing the requirements late in the waterfall cycle requires massive change requests budget overruns and extensive rework.</a:t>
          </a:r>
        </a:p>
      </dgm:t>
    </dgm:pt>
    <dgm:pt modelId="{18BCCB23-E133-4F0F-9330-E475A86E92E6}" type="parTrans" cxnId="{4473CA38-8FA8-4236-8DF1-7A4DC9B43385}">
      <dgm:prSet/>
      <dgm:spPr/>
      <dgm:t>
        <a:bodyPr/>
        <a:lstStyle/>
        <a:p>
          <a:endParaRPr lang="en-US"/>
        </a:p>
      </dgm:t>
    </dgm:pt>
    <dgm:pt modelId="{5F995303-4D31-41C2-88C2-866FEC790587}" type="sibTrans" cxnId="{4473CA38-8FA8-4236-8DF1-7A4DC9B43385}">
      <dgm:prSet/>
      <dgm:spPr/>
      <dgm:t>
        <a:bodyPr/>
        <a:lstStyle/>
        <a:p>
          <a:endParaRPr lang="en-US"/>
        </a:p>
      </dgm:t>
    </dgm:pt>
    <dgm:pt modelId="{930EDF99-2D22-4EBE-9E87-5C5053BF9AE4}" type="pres">
      <dgm:prSet presAssocID="{51BACB38-6E01-4EFB-977F-A6A191C575D6}" presName="root" presStyleCnt="0">
        <dgm:presLayoutVars>
          <dgm:dir/>
          <dgm:resizeHandles val="exact"/>
        </dgm:presLayoutVars>
      </dgm:prSet>
      <dgm:spPr/>
    </dgm:pt>
    <dgm:pt modelId="{1F584366-54B0-46D1-8425-B5E38AF84779}" type="pres">
      <dgm:prSet presAssocID="{FFC1D0EC-F670-4A50-9C56-AE6EA3078EA7}" presName="compNode" presStyleCnt="0"/>
      <dgm:spPr/>
    </dgm:pt>
    <dgm:pt modelId="{DC0C4E43-7AA2-407D-901D-41ACAB0FC0B1}" type="pres">
      <dgm:prSet presAssocID="{FFC1D0EC-F670-4A50-9C56-AE6EA3078EA7}" presName="bgRect" presStyleLbl="bgShp" presStyleIdx="0" presStyleCnt="3"/>
      <dgm:spPr/>
    </dgm:pt>
    <dgm:pt modelId="{59AF78DD-7E9C-4ABC-84DF-A7091A52D956}" type="pres">
      <dgm:prSet presAssocID="{FFC1D0EC-F670-4A50-9C56-AE6EA3078EA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ircular Flowchart"/>
        </a:ext>
      </dgm:extLst>
    </dgm:pt>
    <dgm:pt modelId="{6677DAF5-B852-4A70-9E65-A7E8537D9B6D}" type="pres">
      <dgm:prSet presAssocID="{FFC1D0EC-F670-4A50-9C56-AE6EA3078EA7}" presName="spaceRect" presStyleCnt="0"/>
      <dgm:spPr/>
    </dgm:pt>
    <dgm:pt modelId="{EDE468F4-90FB-4425-867B-E0B52896C6B6}" type="pres">
      <dgm:prSet presAssocID="{FFC1D0EC-F670-4A50-9C56-AE6EA3078EA7}" presName="parTx" presStyleLbl="revTx" presStyleIdx="0" presStyleCnt="3">
        <dgm:presLayoutVars>
          <dgm:chMax val="0"/>
          <dgm:chPref val="0"/>
        </dgm:presLayoutVars>
      </dgm:prSet>
      <dgm:spPr/>
    </dgm:pt>
    <dgm:pt modelId="{DE5342FD-7984-4FD5-8033-277E10071F71}" type="pres">
      <dgm:prSet presAssocID="{0CDFA5E8-5FBE-4A45-82A9-15CB0B20A014}" presName="sibTrans" presStyleCnt="0"/>
      <dgm:spPr/>
    </dgm:pt>
    <dgm:pt modelId="{CD0679DB-7E45-48BD-AA76-F9CCAC5C01B8}" type="pres">
      <dgm:prSet presAssocID="{4CC93FBE-3A4E-48A6-BB01-2172032C9F53}" presName="compNode" presStyleCnt="0"/>
      <dgm:spPr/>
    </dgm:pt>
    <dgm:pt modelId="{9EF5C29D-CCA4-47C9-BDC1-1B2462A0885B}" type="pres">
      <dgm:prSet presAssocID="{4CC93FBE-3A4E-48A6-BB01-2172032C9F53}" presName="bgRect" presStyleLbl="bgShp" presStyleIdx="1" presStyleCnt="3"/>
      <dgm:spPr/>
    </dgm:pt>
    <dgm:pt modelId="{79A8A389-39F4-406D-9075-194AA0639059}" type="pres">
      <dgm:prSet presAssocID="{4CC93FBE-3A4E-48A6-BB01-2172032C9F5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aker"/>
        </a:ext>
      </dgm:extLst>
    </dgm:pt>
    <dgm:pt modelId="{5D757D1E-ACB3-4FD9-89AD-5C2632092A90}" type="pres">
      <dgm:prSet presAssocID="{4CC93FBE-3A4E-48A6-BB01-2172032C9F53}" presName="spaceRect" presStyleCnt="0"/>
      <dgm:spPr/>
    </dgm:pt>
    <dgm:pt modelId="{186F7E9B-15D7-484B-BBC9-0971C111C8C2}" type="pres">
      <dgm:prSet presAssocID="{4CC93FBE-3A4E-48A6-BB01-2172032C9F53}" presName="parTx" presStyleLbl="revTx" presStyleIdx="1" presStyleCnt="3">
        <dgm:presLayoutVars>
          <dgm:chMax val="0"/>
          <dgm:chPref val="0"/>
        </dgm:presLayoutVars>
      </dgm:prSet>
      <dgm:spPr/>
    </dgm:pt>
    <dgm:pt modelId="{7713348A-AE40-46F1-9B3A-7E6369E45B02}" type="pres">
      <dgm:prSet presAssocID="{F6621017-2848-4E23-9DE4-6D46CCF1BD5B}" presName="sibTrans" presStyleCnt="0"/>
      <dgm:spPr/>
    </dgm:pt>
    <dgm:pt modelId="{21698A35-4EE1-4CB4-A163-412DE1BD2D67}" type="pres">
      <dgm:prSet presAssocID="{D902FA61-BD64-4A4F-BD2F-9ACBEB350CAF}" presName="compNode" presStyleCnt="0"/>
      <dgm:spPr/>
    </dgm:pt>
    <dgm:pt modelId="{FD3A3E86-7D03-4F4E-B9A0-D7BD84187051}" type="pres">
      <dgm:prSet presAssocID="{D902FA61-BD64-4A4F-BD2F-9ACBEB350CAF}" presName="bgRect" presStyleLbl="bgShp" presStyleIdx="2" presStyleCnt="3"/>
      <dgm:spPr/>
    </dgm:pt>
    <dgm:pt modelId="{4608BCC3-193D-4D49-8F3F-DB82B3C46EB0}" type="pres">
      <dgm:prSet presAssocID="{D902FA61-BD64-4A4F-BD2F-9ACBEB350CA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aterfall scene"/>
        </a:ext>
      </dgm:extLst>
    </dgm:pt>
    <dgm:pt modelId="{EE8B4BAF-3911-4EB0-86A5-1457318F3E9F}" type="pres">
      <dgm:prSet presAssocID="{D902FA61-BD64-4A4F-BD2F-9ACBEB350CAF}" presName="spaceRect" presStyleCnt="0"/>
      <dgm:spPr/>
    </dgm:pt>
    <dgm:pt modelId="{69958EA9-9E9A-4F70-BFEA-A3CA4994B631}" type="pres">
      <dgm:prSet presAssocID="{D902FA61-BD64-4A4F-BD2F-9ACBEB350CAF}" presName="parTx" presStyleLbl="revTx" presStyleIdx="2" presStyleCnt="3">
        <dgm:presLayoutVars>
          <dgm:chMax val="0"/>
          <dgm:chPref val="0"/>
        </dgm:presLayoutVars>
      </dgm:prSet>
      <dgm:spPr/>
    </dgm:pt>
  </dgm:ptLst>
  <dgm:cxnLst>
    <dgm:cxn modelId="{C920CE1A-E25F-4A83-BF5B-B0692455079A}" type="presOf" srcId="{4CC93FBE-3A4E-48A6-BB01-2172032C9F53}" destId="{186F7E9B-15D7-484B-BBC9-0971C111C8C2}" srcOrd="0" destOrd="0" presId="urn:microsoft.com/office/officeart/2018/2/layout/IconVerticalSolidList"/>
    <dgm:cxn modelId="{85756B1F-B545-4584-A83E-70FCDD8D1022}" type="presOf" srcId="{51BACB38-6E01-4EFB-977F-A6A191C575D6}" destId="{930EDF99-2D22-4EBE-9E87-5C5053BF9AE4}" srcOrd="0" destOrd="0" presId="urn:microsoft.com/office/officeart/2018/2/layout/IconVerticalSolidList"/>
    <dgm:cxn modelId="{4473CA38-8FA8-4236-8DF1-7A4DC9B43385}" srcId="{51BACB38-6E01-4EFB-977F-A6A191C575D6}" destId="{D902FA61-BD64-4A4F-BD2F-9ACBEB350CAF}" srcOrd="2" destOrd="0" parTransId="{18BCCB23-E133-4F0F-9330-E475A86E92E6}" sibTransId="{5F995303-4D31-41C2-88C2-866FEC790587}"/>
    <dgm:cxn modelId="{2B21309C-D59E-48F4-94F7-563DB279BAEE}" type="presOf" srcId="{FFC1D0EC-F670-4A50-9C56-AE6EA3078EA7}" destId="{EDE468F4-90FB-4425-867B-E0B52896C6B6}" srcOrd="0" destOrd="0" presId="urn:microsoft.com/office/officeart/2018/2/layout/IconVerticalSolidList"/>
    <dgm:cxn modelId="{8D74C5B0-2194-43C7-BBE3-DEFDE9EB12E6}" type="presOf" srcId="{D902FA61-BD64-4A4F-BD2F-9ACBEB350CAF}" destId="{69958EA9-9E9A-4F70-BFEA-A3CA4994B631}" srcOrd="0" destOrd="0" presId="urn:microsoft.com/office/officeart/2018/2/layout/IconVerticalSolidList"/>
    <dgm:cxn modelId="{CEF35BB4-5D5D-4320-A627-4CC7BDF1F09E}" srcId="{51BACB38-6E01-4EFB-977F-A6A191C575D6}" destId="{4CC93FBE-3A4E-48A6-BB01-2172032C9F53}" srcOrd="1" destOrd="0" parTransId="{464792E6-26B4-4128-AFA9-422D726B8C3A}" sibTransId="{F6621017-2848-4E23-9DE4-6D46CCF1BD5B}"/>
    <dgm:cxn modelId="{E182E4EC-D4A1-4672-9014-523BD8224703}" srcId="{51BACB38-6E01-4EFB-977F-A6A191C575D6}" destId="{FFC1D0EC-F670-4A50-9C56-AE6EA3078EA7}" srcOrd="0" destOrd="0" parTransId="{565494B3-011C-495C-9904-B22EA918BE1E}" sibTransId="{0CDFA5E8-5FBE-4A45-82A9-15CB0B20A014}"/>
    <dgm:cxn modelId="{CBA77054-2EB5-4203-915D-BF7B6ECD5479}" type="presParOf" srcId="{930EDF99-2D22-4EBE-9E87-5C5053BF9AE4}" destId="{1F584366-54B0-46D1-8425-B5E38AF84779}" srcOrd="0" destOrd="0" presId="urn:microsoft.com/office/officeart/2018/2/layout/IconVerticalSolidList"/>
    <dgm:cxn modelId="{D3C15117-C935-4CF5-9F7B-846DFA06DC27}" type="presParOf" srcId="{1F584366-54B0-46D1-8425-B5E38AF84779}" destId="{DC0C4E43-7AA2-407D-901D-41ACAB0FC0B1}" srcOrd="0" destOrd="0" presId="urn:microsoft.com/office/officeart/2018/2/layout/IconVerticalSolidList"/>
    <dgm:cxn modelId="{EDD8F378-AF9E-4C38-A195-CCF7DA4B1DB1}" type="presParOf" srcId="{1F584366-54B0-46D1-8425-B5E38AF84779}" destId="{59AF78DD-7E9C-4ABC-84DF-A7091A52D956}" srcOrd="1" destOrd="0" presId="urn:microsoft.com/office/officeart/2018/2/layout/IconVerticalSolidList"/>
    <dgm:cxn modelId="{8C1CC477-7CAE-4318-B400-542640E8040F}" type="presParOf" srcId="{1F584366-54B0-46D1-8425-B5E38AF84779}" destId="{6677DAF5-B852-4A70-9E65-A7E8537D9B6D}" srcOrd="2" destOrd="0" presId="urn:microsoft.com/office/officeart/2018/2/layout/IconVerticalSolidList"/>
    <dgm:cxn modelId="{838EFEF9-72FE-487E-98D1-26E1C4E99A7E}" type="presParOf" srcId="{1F584366-54B0-46D1-8425-B5E38AF84779}" destId="{EDE468F4-90FB-4425-867B-E0B52896C6B6}" srcOrd="3" destOrd="0" presId="urn:microsoft.com/office/officeart/2018/2/layout/IconVerticalSolidList"/>
    <dgm:cxn modelId="{CCA3F833-4720-4FBC-9130-EC8CC2C0B8D2}" type="presParOf" srcId="{930EDF99-2D22-4EBE-9E87-5C5053BF9AE4}" destId="{DE5342FD-7984-4FD5-8033-277E10071F71}" srcOrd="1" destOrd="0" presId="urn:microsoft.com/office/officeart/2018/2/layout/IconVerticalSolidList"/>
    <dgm:cxn modelId="{C85DF744-8A55-4C2A-9704-C490BB066E27}" type="presParOf" srcId="{930EDF99-2D22-4EBE-9E87-5C5053BF9AE4}" destId="{CD0679DB-7E45-48BD-AA76-F9CCAC5C01B8}" srcOrd="2" destOrd="0" presId="urn:microsoft.com/office/officeart/2018/2/layout/IconVerticalSolidList"/>
    <dgm:cxn modelId="{7EA0B957-DEC4-48AB-925E-3CECDA28CD79}" type="presParOf" srcId="{CD0679DB-7E45-48BD-AA76-F9CCAC5C01B8}" destId="{9EF5C29D-CCA4-47C9-BDC1-1B2462A0885B}" srcOrd="0" destOrd="0" presId="urn:microsoft.com/office/officeart/2018/2/layout/IconVerticalSolidList"/>
    <dgm:cxn modelId="{6948E851-8DB7-4674-8549-234BB8D6EDD0}" type="presParOf" srcId="{CD0679DB-7E45-48BD-AA76-F9CCAC5C01B8}" destId="{79A8A389-39F4-406D-9075-194AA0639059}" srcOrd="1" destOrd="0" presId="urn:microsoft.com/office/officeart/2018/2/layout/IconVerticalSolidList"/>
    <dgm:cxn modelId="{8A8DF180-2509-4A0D-B76A-521591C6CB55}" type="presParOf" srcId="{CD0679DB-7E45-48BD-AA76-F9CCAC5C01B8}" destId="{5D757D1E-ACB3-4FD9-89AD-5C2632092A90}" srcOrd="2" destOrd="0" presId="urn:microsoft.com/office/officeart/2018/2/layout/IconVerticalSolidList"/>
    <dgm:cxn modelId="{3441D374-345C-4462-8354-CD20815F7F3D}" type="presParOf" srcId="{CD0679DB-7E45-48BD-AA76-F9CCAC5C01B8}" destId="{186F7E9B-15D7-484B-BBC9-0971C111C8C2}" srcOrd="3" destOrd="0" presId="urn:microsoft.com/office/officeart/2018/2/layout/IconVerticalSolidList"/>
    <dgm:cxn modelId="{82ED303B-A8EC-4B65-8C7B-3CE06C7FA7D5}" type="presParOf" srcId="{930EDF99-2D22-4EBE-9E87-5C5053BF9AE4}" destId="{7713348A-AE40-46F1-9B3A-7E6369E45B02}" srcOrd="3" destOrd="0" presId="urn:microsoft.com/office/officeart/2018/2/layout/IconVerticalSolidList"/>
    <dgm:cxn modelId="{E12A8817-D8C6-4B3F-83EA-B187037F0418}" type="presParOf" srcId="{930EDF99-2D22-4EBE-9E87-5C5053BF9AE4}" destId="{21698A35-4EE1-4CB4-A163-412DE1BD2D67}" srcOrd="4" destOrd="0" presId="urn:microsoft.com/office/officeart/2018/2/layout/IconVerticalSolidList"/>
    <dgm:cxn modelId="{11DE7765-674F-4BD6-848F-7EE6E8F9A068}" type="presParOf" srcId="{21698A35-4EE1-4CB4-A163-412DE1BD2D67}" destId="{FD3A3E86-7D03-4F4E-B9A0-D7BD84187051}" srcOrd="0" destOrd="0" presId="urn:microsoft.com/office/officeart/2018/2/layout/IconVerticalSolidList"/>
    <dgm:cxn modelId="{81796882-6FEF-4D1B-BDF1-A0EEF7ABC2F4}" type="presParOf" srcId="{21698A35-4EE1-4CB4-A163-412DE1BD2D67}" destId="{4608BCC3-193D-4D49-8F3F-DB82B3C46EB0}" srcOrd="1" destOrd="0" presId="urn:microsoft.com/office/officeart/2018/2/layout/IconVerticalSolidList"/>
    <dgm:cxn modelId="{85E2AAD1-5143-4E17-B440-508C377AD170}" type="presParOf" srcId="{21698A35-4EE1-4CB4-A163-412DE1BD2D67}" destId="{EE8B4BAF-3911-4EB0-86A5-1457318F3E9F}" srcOrd="2" destOrd="0" presId="urn:microsoft.com/office/officeart/2018/2/layout/IconVerticalSolidList"/>
    <dgm:cxn modelId="{F9C2484F-9B65-4492-AF1E-076B29A4ACEC}" type="presParOf" srcId="{21698A35-4EE1-4CB4-A163-412DE1BD2D67}" destId="{69958EA9-9E9A-4F70-BFEA-A3CA4994B63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4E910D-2E02-4FD1-BAE7-4A7D74AFDEB3}"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US"/>
        </a:p>
      </dgm:t>
    </dgm:pt>
    <dgm:pt modelId="{A43D543E-3694-4315-A703-092554BFF1AA}">
      <dgm:prSet/>
      <dgm:spPr>
        <a:solidFill>
          <a:srgbClr val="10B981"/>
        </a:solidFill>
      </dgm:spPr>
      <dgm:t>
        <a:bodyPr/>
        <a:lstStyle/>
        <a:p>
          <a:r>
            <a:rPr lang="en-US" dirty="0" err="1"/>
            <a:t>ChadaTech</a:t>
          </a:r>
          <a:r>
            <a:rPr lang="en-US" dirty="0"/>
            <a:t> must transition to Scrum.</a:t>
          </a:r>
        </a:p>
      </dgm:t>
    </dgm:pt>
    <dgm:pt modelId="{6A8945C0-2127-4B31-A8E6-F4DA77435D49}" type="parTrans" cxnId="{3C8F6976-A153-46EA-AC87-57FBBA66A9B9}">
      <dgm:prSet/>
      <dgm:spPr/>
      <dgm:t>
        <a:bodyPr/>
        <a:lstStyle/>
        <a:p>
          <a:endParaRPr lang="en-US"/>
        </a:p>
      </dgm:t>
    </dgm:pt>
    <dgm:pt modelId="{38D28CCC-F753-4E74-8460-70B3AC4B5793}" type="sibTrans" cxnId="{3C8F6976-A153-46EA-AC87-57FBBA66A9B9}">
      <dgm:prSet/>
      <dgm:spPr>
        <a:solidFill>
          <a:srgbClr val="0EA5E9"/>
        </a:solidFill>
      </dgm:spPr>
      <dgm:t>
        <a:bodyPr/>
        <a:lstStyle/>
        <a:p>
          <a:endParaRPr lang="en-US"/>
        </a:p>
      </dgm:t>
    </dgm:pt>
    <dgm:pt modelId="{179CFA4A-58F5-45AA-BB41-B857ABACC96D}">
      <dgm:prSet/>
      <dgm:spPr>
        <a:solidFill>
          <a:srgbClr val="10B981"/>
        </a:solidFill>
      </dgm:spPr>
      <dgm:t>
        <a:bodyPr/>
        <a:lstStyle/>
        <a:p>
          <a:r>
            <a:rPr lang="en-US"/>
            <a:t>Software markets shift rapidly. The SNHU Travel pilot proved we can handle major requirement changes efficiently.</a:t>
          </a:r>
        </a:p>
      </dgm:t>
    </dgm:pt>
    <dgm:pt modelId="{36CC3587-4F00-4D84-B703-0CD240D04BBC}" type="parTrans" cxnId="{FC4017A8-8C5E-4996-9055-44B0A63A791E}">
      <dgm:prSet/>
      <dgm:spPr/>
      <dgm:t>
        <a:bodyPr/>
        <a:lstStyle/>
        <a:p>
          <a:endParaRPr lang="en-US"/>
        </a:p>
      </dgm:t>
    </dgm:pt>
    <dgm:pt modelId="{2CE89BAC-0081-47F2-A9D9-9AD6EE4B3D45}" type="sibTrans" cxnId="{FC4017A8-8C5E-4996-9055-44B0A63A791E}">
      <dgm:prSet/>
      <dgm:spPr>
        <a:solidFill>
          <a:srgbClr val="0EA5E9"/>
        </a:solidFill>
      </dgm:spPr>
      <dgm:t>
        <a:bodyPr/>
        <a:lstStyle/>
        <a:p>
          <a:endParaRPr lang="en-US"/>
        </a:p>
      </dgm:t>
    </dgm:pt>
    <dgm:pt modelId="{9CCA94C8-CF91-4A64-8DBD-28CD6CFC5903}">
      <dgm:prSet/>
      <dgm:spPr>
        <a:solidFill>
          <a:srgbClr val="10B981"/>
        </a:solidFill>
      </dgm:spPr>
      <dgm:t>
        <a:bodyPr/>
        <a:lstStyle/>
        <a:p>
          <a:r>
            <a:rPr lang="en-US"/>
            <a:t>Enforcing time-boxed sprints and daily scrums eliminates the illusion of progress.</a:t>
          </a:r>
        </a:p>
      </dgm:t>
    </dgm:pt>
    <dgm:pt modelId="{5C24A2E2-2F25-47EA-B049-E10BB43E8D59}" type="parTrans" cxnId="{FF0C746F-95D3-45F2-9290-9F5ABA5AD293}">
      <dgm:prSet/>
      <dgm:spPr/>
      <dgm:t>
        <a:bodyPr/>
        <a:lstStyle/>
        <a:p>
          <a:endParaRPr lang="en-US"/>
        </a:p>
      </dgm:t>
    </dgm:pt>
    <dgm:pt modelId="{A5ECA9DE-AA62-4CE5-A6A8-B2C6B3971DFF}" type="sibTrans" cxnId="{FF0C746F-95D3-45F2-9290-9F5ABA5AD293}">
      <dgm:prSet/>
      <dgm:spPr>
        <a:solidFill>
          <a:srgbClr val="0EA5E9"/>
        </a:solidFill>
      </dgm:spPr>
      <dgm:t>
        <a:bodyPr/>
        <a:lstStyle/>
        <a:p>
          <a:endParaRPr lang="en-US"/>
        </a:p>
      </dgm:t>
    </dgm:pt>
    <dgm:pt modelId="{420AA1CE-A15D-4D84-9F3C-E59E765B1172}">
      <dgm:prSet/>
      <dgm:spPr>
        <a:solidFill>
          <a:srgbClr val="10B981"/>
        </a:solidFill>
      </dgm:spPr>
      <dgm:t>
        <a:bodyPr/>
        <a:lstStyle/>
        <a:p>
          <a:r>
            <a:rPr lang="en-US"/>
            <a:t>We must roll this out gradually. Start with core Scrum practices and prioritize early QA collaboration.</a:t>
          </a:r>
        </a:p>
      </dgm:t>
    </dgm:pt>
    <dgm:pt modelId="{567C056D-3D4E-41AA-B1CC-BEF1ECE89D68}" type="parTrans" cxnId="{3629A37C-FFB4-4459-9FC3-0F4B8D6DF460}">
      <dgm:prSet/>
      <dgm:spPr/>
      <dgm:t>
        <a:bodyPr/>
        <a:lstStyle/>
        <a:p>
          <a:endParaRPr lang="en-US"/>
        </a:p>
      </dgm:t>
    </dgm:pt>
    <dgm:pt modelId="{76DBFE28-E4D0-4203-AB58-914D93E9F381}" type="sibTrans" cxnId="{3629A37C-FFB4-4459-9FC3-0F4B8D6DF460}">
      <dgm:prSet/>
      <dgm:spPr>
        <a:solidFill>
          <a:srgbClr val="0EA5E9"/>
        </a:solidFill>
      </dgm:spPr>
      <dgm:t>
        <a:bodyPr/>
        <a:lstStyle/>
        <a:p>
          <a:endParaRPr lang="en-US"/>
        </a:p>
      </dgm:t>
    </dgm:pt>
    <dgm:pt modelId="{398E9634-C671-40E0-9288-56B9CA0ED18E}" type="pres">
      <dgm:prSet presAssocID="{264E910D-2E02-4FD1-BAE7-4A7D74AFDEB3}" presName="Name0" presStyleCnt="0">
        <dgm:presLayoutVars>
          <dgm:chMax/>
          <dgm:chPref/>
          <dgm:dir/>
          <dgm:animLvl val="lvl"/>
        </dgm:presLayoutVars>
      </dgm:prSet>
      <dgm:spPr/>
    </dgm:pt>
    <dgm:pt modelId="{C19BE8B0-B8B0-4B56-9CC8-319A904A5B76}" type="pres">
      <dgm:prSet presAssocID="{A43D543E-3694-4315-A703-092554BFF1AA}" presName="composite" presStyleCnt="0"/>
      <dgm:spPr/>
    </dgm:pt>
    <dgm:pt modelId="{DA1320D5-A0C0-4BC1-B7A6-F1AEB241874D}" type="pres">
      <dgm:prSet presAssocID="{A43D543E-3694-4315-A703-092554BFF1AA}" presName="Parent1" presStyleLbl="node1" presStyleIdx="0" presStyleCnt="8">
        <dgm:presLayoutVars>
          <dgm:chMax val="1"/>
          <dgm:chPref val="1"/>
          <dgm:bulletEnabled val="1"/>
        </dgm:presLayoutVars>
      </dgm:prSet>
      <dgm:spPr/>
    </dgm:pt>
    <dgm:pt modelId="{2439B487-1CBD-4E81-A10B-69D75AAC63A0}" type="pres">
      <dgm:prSet presAssocID="{A43D543E-3694-4315-A703-092554BFF1AA}" presName="Childtext1" presStyleLbl="revTx" presStyleIdx="0" presStyleCnt="4">
        <dgm:presLayoutVars>
          <dgm:chMax val="0"/>
          <dgm:chPref val="0"/>
          <dgm:bulletEnabled val="1"/>
        </dgm:presLayoutVars>
      </dgm:prSet>
      <dgm:spPr/>
    </dgm:pt>
    <dgm:pt modelId="{DB0E03B8-83E7-48AF-AE6D-6C6C9B1A728C}" type="pres">
      <dgm:prSet presAssocID="{A43D543E-3694-4315-A703-092554BFF1AA}" presName="BalanceSpacing" presStyleCnt="0"/>
      <dgm:spPr/>
    </dgm:pt>
    <dgm:pt modelId="{15827B80-5FAD-40E5-832B-94DA14E13EDE}" type="pres">
      <dgm:prSet presAssocID="{A43D543E-3694-4315-A703-092554BFF1AA}" presName="BalanceSpacing1" presStyleCnt="0"/>
      <dgm:spPr/>
    </dgm:pt>
    <dgm:pt modelId="{304B416A-84B5-40EB-8203-B8E12292275E}" type="pres">
      <dgm:prSet presAssocID="{38D28CCC-F753-4E74-8460-70B3AC4B5793}" presName="Accent1Text" presStyleLbl="node1" presStyleIdx="1" presStyleCnt="8"/>
      <dgm:spPr/>
    </dgm:pt>
    <dgm:pt modelId="{85410E15-697F-404C-A140-539DF44B0EDC}" type="pres">
      <dgm:prSet presAssocID="{38D28CCC-F753-4E74-8460-70B3AC4B5793}" presName="spaceBetweenRectangles" presStyleCnt="0"/>
      <dgm:spPr/>
    </dgm:pt>
    <dgm:pt modelId="{D70C8865-4EF7-486F-8DA4-61D3C04B4164}" type="pres">
      <dgm:prSet presAssocID="{179CFA4A-58F5-45AA-BB41-B857ABACC96D}" presName="composite" presStyleCnt="0"/>
      <dgm:spPr/>
    </dgm:pt>
    <dgm:pt modelId="{E2D5F726-B6F0-4B7A-9703-ACBFE2FF9C05}" type="pres">
      <dgm:prSet presAssocID="{179CFA4A-58F5-45AA-BB41-B857ABACC96D}" presName="Parent1" presStyleLbl="node1" presStyleIdx="2" presStyleCnt="8">
        <dgm:presLayoutVars>
          <dgm:chMax val="1"/>
          <dgm:chPref val="1"/>
          <dgm:bulletEnabled val="1"/>
        </dgm:presLayoutVars>
      </dgm:prSet>
      <dgm:spPr/>
    </dgm:pt>
    <dgm:pt modelId="{20CE5168-016F-4F20-82CD-9C2B285FFA4C}" type="pres">
      <dgm:prSet presAssocID="{179CFA4A-58F5-45AA-BB41-B857ABACC96D}" presName="Childtext1" presStyleLbl="revTx" presStyleIdx="1" presStyleCnt="4">
        <dgm:presLayoutVars>
          <dgm:chMax val="0"/>
          <dgm:chPref val="0"/>
          <dgm:bulletEnabled val="1"/>
        </dgm:presLayoutVars>
      </dgm:prSet>
      <dgm:spPr/>
    </dgm:pt>
    <dgm:pt modelId="{7DE3C634-80B7-4402-9E1D-E44435BB1451}" type="pres">
      <dgm:prSet presAssocID="{179CFA4A-58F5-45AA-BB41-B857ABACC96D}" presName="BalanceSpacing" presStyleCnt="0"/>
      <dgm:spPr/>
    </dgm:pt>
    <dgm:pt modelId="{8AD0FB97-BD3A-48D8-AD36-B746372B709C}" type="pres">
      <dgm:prSet presAssocID="{179CFA4A-58F5-45AA-BB41-B857ABACC96D}" presName="BalanceSpacing1" presStyleCnt="0"/>
      <dgm:spPr/>
    </dgm:pt>
    <dgm:pt modelId="{2CAC6FA3-A094-4F77-828F-FB722710ECF1}" type="pres">
      <dgm:prSet presAssocID="{2CE89BAC-0081-47F2-A9D9-9AD6EE4B3D45}" presName="Accent1Text" presStyleLbl="node1" presStyleIdx="3" presStyleCnt="8"/>
      <dgm:spPr/>
    </dgm:pt>
    <dgm:pt modelId="{F87A278E-91AB-4FAD-8AD7-0F3F06E3BBE4}" type="pres">
      <dgm:prSet presAssocID="{2CE89BAC-0081-47F2-A9D9-9AD6EE4B3D45}" presName="spaceBetweenRectangles" presStyleCnt="0"/>
      <dgm:spPr/>
    </dgm:pt>
    <dgm:pt modelId="{E23013CB-93D5-4831-9DC4-6A4850870B28}" type="pres">
      <dgm:prSet presAssocID="{9CCA94C8-CF91-4A64-8DBD-28CD6CFC5903}" presName="composite" presStyleCnt="0"/>
      <dgm:spPr/>
    </dgm:pt>
    <dgm:pt modelId="{12053395-D981-477F-84EB-444F39845DA7}" type="pres">
      <dgm:prSet presAssocID="{9CCA94C8-CF91-4A64-8DBD-28CD6CFC5903}" presName="Parent1" presStyleLbl="node1" presStyleIdx="4" presStyleCnt="8">
        <dgm:presLayoutVars>
          <dgm:chMax val="1"/>
          <dgm:chPref val="1"/>
          <dgm:bulletEnabled val="1"/>
        </dgm:presLayoutVars>
      </dgm:prSet>
      <dgm:spPr/>
    </dgm:pt>
    <dgm:pt modelId="{6525289C-C51C-42AC-9C43-9B09097F93C3}" type="pres">
      <dgm:prSet presAssocID="{9CCA94C8-CF91-4A64-8DBD-28CD6CFC5903}" presName="Childtext1" presStyleLbl="revTx" presStyleIdx="2" presStyleCnt="4">
        <dgm:presLayoutVars>
          <dgm:chMax val="0"/>
          <dgm:chPref val="0"/>
          <dgm:bulletEnabled val="1"/>
        </dgm:presLayoutVars>
      </dgm:prSet>
      <dgm:spPr/>
    </dgm:pt>
    <dgm:pt modelId="{73D88746-2CCD-466A-9D0B-019342B946DD}" type="pres">
      <dgm:prSet presAssocID="{9CCA94C8-CF91-4A64-8DBD-28CD6CFC5903}" presName="BalanceSpacing" presStyleCnt="0"/>
      <dgm:spPr/>
    </dgm:pt>
    <dgm:pt modelId="{B7C9C31B-4389-45E3-A5F6-14D6A34E79B5}" type="pres">
      <dgm:prSet presAssocID="{9CCA94C8-CF91-4A64-8DBD-28CD6CFC5903}" presName="BalanceSpacing1" presStyleCnt="0"/>
      <dgm:spPr/>
    </dgm:pt>
    <dgm:pt modelId="{9B553A8F-A9A8-41A1-B996-E4869C8104C7}" type="pres">
      <dgm:prSet presAssocID="{A5ECA9DE-AA62-4CE5-A6A8-B2C6B3971DFF}" presName="Accent1Text" presStyleLbl="node1" presStyleIdx="5" presStyleCnt="8"/>
      <dgm:spPr/>
    </dgm:pt>
    <dgm:pt modelId="{C68BDF34-4FF2-436F-8BAD-2ED98FB3839D}" type="pres">
      <dgm:prSet presAssocID="{A5ECA9DE-AA62-4CE5-A6A8-B2C6B3971DFF}" presName="spaceBetweenRectangles" presStyleCnt="0"/>
      <dgm:spPr/>
    </dgm:pt>
    <dgm:pt modelId="{49E76B25-0291-48AD-B404-92AE991F59EA}" type="pres">
      <dgm:prSet presAssocID="{420AA1CE-A15D-4D84-9F3C-E59E765B1172}" presName="composite" presStyleCnt="0"/>
      <dgm:spPr/>
    </dgm:pt>
    <dgm:pt modelId="{B089E0F5-7E13-4F38-97E1-4696E0E27303}" type="pres">
      <dgm:prSet presAssocID="{420AA1CE-A15D-4D84-9F3C-E59E765B1172}" presName="Parent1" presStyleLbl="node1" presStyleIdx="6" presStyleCnt="8">
        <dgm:presLayoutVars>
          <dgm:chMax val="1"/>
          <dgm:chPref val="1"/>
          <dgm:bulletEnabled val="1"/>
        </dgm:presLayoutVars>
      </dgm:prSet>
      <dgm:spPr/>
    </dgm:pt>
    <dgm:pt modelId="{6CD609B4-8984-4FE0-B2CE-9B0A3DA4CAB5}" type="pres">
      <dgm:prSet presAssocID="{420AA1CE-A15D-4D84-9F3C-E59E765B1172}" presName="Childtext1" presStyleLbl="revTx" presStyleIdx="3" presStyleCnt="4">
        <dgm:presLayoutVars>
          <dgm:chMax val="0"/>
          <dgm:chPref val="0"/>
          <dgm:bulletEnabled val="1"/>
        </dgm:presLayoutVars>
      </dgm:prSet>
      <dgm:spPr/>
    </dgm:pt>
    <dgm:pt modelId="{45B5D8C7-135B-45C7-81A8-45CACA55D5CF}" type="pres">
      <dgm:prSet presAssocID="{420AA1CE-A15D-4D84-9F3C-E59E765B1172}" presName="BalanceSpacing" presStyleCnt="0"/>
      <dgm:spPr/>
    </dgm:pt>
    <dgm:pt modelId="{AB5A3F91-4CFD-4721-A0CC-051F55B43223}" type="pres">
      <dgm:prSet presAssocID="{420AA1CE-A15D-4D84-9F3C-E59E765B1172}" presName="BalanceSpacing1" presStyleCnt="0"/>
      <dgm:spPr/>
    </dgm:pt>
    <dgm:pt modelId="{AE9C425C-E20E-449D-8E78-5B476087CC64}" type="pres">
      <dgm:prSet presAssocID="{76DBFE28-E4D0-4203-AB58-914D93E9F381}" presName="Accent1Text" presStyleLbl="node1" presStyleIdx="7" presStyleCnt="8"/>
      <dgm:spPr/>
    </dgm:pt>
  </dgm:ptLst>
  <dgm:cxnLst>
    <dgm:cxn modelId="{DA645039-A89B-4B3E-882A-9808B09E2BFB}" type="presOf" srcId="{264E910D-2E02-4FD1-BAE7-4A7D74AFDEB3}" destId="{398E9634-C671-40E0-9288-56B9CA0ED18E}" srcOrd="0" destOrd="0" presId="urn:microsoft.com/office/officeart/2008/layout/AlternatingHexagons"/>
    <dgm:cxn modelId="{96765A62-6D9E-4D43-891D-06A0BE6E6622}" type="presOf" srcId="{A43D543E-3694-4315-A703-092554BFF1AA}" destId="{DA1320D5-A0C0-4BC1-B7A6-F1AEB241874D}" srcOrd="0" destOrd="0" presId="urn:microsoft.com/office/officeart/2008/layout/AlternatingHexagons"/>
    <dgm:cxn modelId="{FF0C746F-95D3-45F2-9290-9F5ABA5AD293}" srcId="{264E910D-2E02-4FD1-BAE7-4A7D74AFDEB3}" destId="{9CCA94C8-CF91-4A64-8DBD-28CD6CFC5903}" srcOrd="2" destOrd="0" parTransId="{5C24A2E2-2F25-47EA-B049-E10BB43E8D59}" sibTransId="{A5ECA9DE-AA62-4CE5-A6A8-B2C6B3971DFF}"/>
    <dgm:cxn modelId="{3C8F6976-A153-46EA-AC87-57FBBA66A9B9}" srcId="{264E910D-2E02-4FD1-BAE7-4A7D74AFDEB3}" destId="{A43D543E-3694-4315-A703-092554BFF1AA}" srcOrd="0" destOrd="0" parTransId="{6A8945C0-2127-4B31-A8E6-F4DA77435D49}" sibTransId="{38D28CCC-F753-4E74-8460-70B3AC4B5793}"/>
    <dgm:cxn modelId="{81E13277-E0D3-4009-AEB6-9215784DB9DF}" type="presOf" srcId="{38D28CCC-F753-4E74-8460-70B3AC4B5793}" destId="{304B416A-84B5-40EB-8203-B8E12292275E}" srcOrd="0" destOrd="0" presId="urn:microsoft.com/office/officeart/2008/layout/AlternatingHexagons"/>
    <dgm:cxn modelId="{3629A37C-FFB4-4459-9FC3-0F4B8D6DF460}" srcId="{264E910D-2E02-4FD1-BAE7-4A7D74AFDEB3}" destId="{420AA1CE-A15D-4D84-9F3C-E59E765B1172}" srcOrd="3" destOrd="0" parTransId="{567C056D-3D4E-41AA-B1CC-BEF1ECE89D68}" sibTransId="{76DBFE28-E4D0-4203-AB58-914D93E9F381}"/>
    <dgm:cxn modelId="{EBFA4291-451F-4352-BD68-B57C996AC8E8}" type="presOf" srcId="{76DBFE28-E4D0-4203-AB58-914D93E9F381}" destId="{AE9C425C-E20E-449D-8E78-5B476087CC64}" srcOrd="0" destOrd="0" presId="urn:microsoft.com/office/officeart/2008/layout/AlternatingHexagons"/>
    <dgm:cxn modelId="{FC4017A8-8C5E-4996-9055-44B0A63A791E}" srcId="{264E910D-2E02-4FD1-BAE7-4A7D74AFDEB3}" destId="{179CFA4A-58F5-45AA-BB41-B857ABACC96D}" srcOrd="1" destOrd="0" parTransId="{36CC3587-4F00-4D84-B703-0CD240D04BBC}" sibTransId="{2CE89BAC-0081-47F2-A9D9-9AD6EE4B3D45}"/>
    <dgm:cxn modelId="{E329C9AD-42F8-48CB-9A83-253D54867042}" type="presOf" srcId="{420AA1CE-A15D-4D84-9F3C-E59E765B1172}" destId="{B089E0F5-7E13-4F38-97E1-4696E0E27303}" srcOrd="0" destOrd="0" presId="urn:microsoft.com/office/officeart/2008/layout/AlternatingHexagons"/>
    <dgm:cxn modelId="{BA6B08D9-B476-45AA-B5E5-EF8CE7DB89DE}" type="presOf" srcId="{2CE89BAC-0081-47F2-A9D9-9AD6EE4B3D45}" destId="{2CAC6FA3-A094-4F77-828F-FB722710ECF1}" srcOrd="0" destOrd="0" presId="urn:microsoft.com/office/officeart/2008/layout/AlternatingHexagons"/>
    <dgm:cxn modelId="{1691B6DC-92BF-4B74-86D3-376004919B00}" type="presOf" srcId="{A5ECA9DE-AA62-4CE5-A6A8-B2C6B3971DFF}" destId="{9B553A8F-A9A8-41A1-B996-E4869C8104C7}" srcOrd="0" destOrd="0" presId="urn:microsoft.com/office/officeart/2008/layout/AlternatingHexagons"/>
    <dgm:cxn modelId="{572F39F9-5CA4-4483-86BF-1E713674A362}" type="presOf" srcId="{179CFA4A-58F5-45AA-BB41-B857ABACC96D}" destId="{E2D5F726-B6F0-4B7A-9703-ACBFE2FF9C05}" srcOrd="0" destOrd="0" presId="urn:microsoft.com/office/officeart/2008/layout/AlternatingHexagons"/>
    <dgm:cxn modelId="{2E6E66FB-6051-43F8-8E09-6FCC4118D02B}" type="presOf" srcId="{9CCA94C8-CF91-4A64-8DBD-28CD6CFC5903}" destId="{12053395-D981-477F-84EB-444F39845DA7}" srcOrd="0" destOrd="0" presId="urn:microsoft.com/office/officeart/2008/layout/AlternatingHexagons"/>
    <dgm:cxn modelId="{6B85AFD6-547F-4ED2-B5F5-24DBC3E10628}" type="presParOf" srcId="{398E9634-C671-40E0-9288-56B9CA0ED18E}" destId="{C19BE8B0-B8B0-4B56-9CC8-319A904A5B76}" srcOrd="0" destOrd="0" presId="urn:microsoft.com/office/officeart/2008/layout/AlternatingHexagons"/>
    <dgm:cxn modelId="{478B6489-A6DF-4F1B-A15A-E4D67E785D6B}" type="presParOf" srcId="{C19BE8B0-B8B0-4B56-9CC8-319A904A5B76}" destId="{DA1320D5-A0C0-4BC1-B7A6-F1AEB241874D}" srcOrd="0" destOrd="0" presId="urn:microsoft.com/office/officeart/2008/layout/AlternatingHexagons"/>
    <dgm:cxn modelId="{0D799CC3-D03F-4DBA-85B4-CBF4EC2EB536}" type="presParOf" srcId="{C19BE8B0-B8B0-4B56-9CC8-319A904A5B76}" destId="{2439B487-1CBD-4E81-A10B-69D75AAC63A0}" srcOrd="1" destOrd="0" presId="urn:microsoft.com/office/officeart/2008/layout/AlternatingHexagons"/>
    <dgm:cxn modelId="{A5BC9BD1-3609-404D-9ABE-5F9BE1843692}" type="presParOf" srcId="{C19BE8B0-B8B0-4B56-9CC8-319A904A5B76}" destId="{DB0E03B8-83E7-48AF-AE6D-6C6C9B1A728C}" srcOrd="2" destOrd="0" presId="urn:microsoft.com/office/officeart/2008/layout/AlternatingHexagons"/>
    <dgm:cxn modelId="{4375D220-363A-4D1B-BF75-7A926CD261B1}" type="presParOf" srcId="{C19BE8B0-B8B0-4B56-9CC8-319A904A5B76}" destId="{15827B80-5FAD-40E5-832B-94DA14E13EDE}" srcOrd="3" destOrd="0" presId="urn:microsoft.com/office/officeart/2008/layout/AlternatingHexagons"/>
    <dgm:cxn modelId="{8C46AA66-D3E1-4D99-9F54-C9C430B3F6AE}" type="presParOf" srcId="{C19BE8B0-B8B0-4B56-9CC8-319A904A5B76}" destId="{304B416A-84B5-40EB-8203-B8E12292275E}" srcOrd="4" destOrd="0" presId="urn:microsoft.com/office/officeart/2008/layout/AlternatingHexagons"/>
    <dgm:cxn modelId="{18525546-7C10-4AEE-87A1-A59ED7DAED7D}" type="presParOf" srcId="{398E9634-C671-40E0-9288-56B9CA0ED18E}" destId="{85410E15-697F-404C-A140-539DF44B0EDC}" srcOrd="1" destOrd="0" presId="urn:microsoft.com/office/officeart/2008/layout/AlternatingHexagons"/>
    <dgm:cxn modelId="{3B846891-502E-46C6-848D-305CE1512321}" type="presParOf" srcId="{398E9634-C671-40E0-9288-56B9CA0ED18E}" destId="{D70C8865-4EF7-486F-8DA4-61D3C04B4164}" srcOrd="2" destOrd="0" presId="urn:microsoft.com/office/officeart/2008/layout/AlternatingHexagons"/>
    <dgm:cxn modelId="{E1DD14CC-5118-49FA-854D-283B7C4BB711}" type="presParOf" srcId="{D70C8865-4EF7-486F-8DA4-61D3C04B4164}" destId="{E2D5F726-B6F0-4B7A-9703-ACBFE2FF9C05}" srcOrd="0" destOrd="0" presId="urn:microsoft.com/office/officeart/2008/layout/AlternatingHexagons"/>
    <dgm:cxn modelId="{D9EE7547-F6BB-4ADD-BD48-62DB2D8602E7}" type="presParOf" srcId="{D70C8865-4EF7-486F-8DA4-61D3C04B4164}" destId="{20CE5168-016F-4F20-82CD-9C2B285FFA4C}" srcOrd="1" destOrd="0" presId="urn:microsoft.com/office/officeart/2008/layout/AlternatingHexagons"/>
    <dgm:cxn modelId="{7CCA3C4D-9BCD-45BC-96F2-384B45CBCB0D}" type="presParOf" srcId="{D70C8865-4EF7-486F-8DA4-61D3C04B4164}" destId="{7DE3C634-80B7-4402-9E1D-E44435BB1451}" srcOrd="2" destOrd="0" presId="urn:microsoft.com/office/officeart/2008/layout/AlternatingHexagons"/>
    <dgm:cxn modelId="{EF438B33-781D-4924-97BE-005BA423D734}" type="presParOf" srcId="{D70C8865-4EF7-486F-8DA4-61D3C04B4164}" destId="{8AD0FB97-BD3A-48D8-AD36-B746372B709C}" srcOrd="3" destOrd="0" presId="urn:microsoft.com/office/officeart/2008/layout/AlternatingHexagons"/>
    <dgm:cxn modelId="{4EC23F1B-08C9-4349-8DF9-1A35EC085763}" type="presParOf" srcId="{D70C8865-4EF7-486F-8DA4-61D3C04B4164}" destId="{2CAC6FA3-A094-4F77-828F-FB722710ECF1}" srcOrd="4" destOrd="0" presId="urn:microsoft.com/office/officeart/2008/layout/AlternatingHexagons"/>
    <dgm:cxn modelId="{EE01AD41-0B1F-4076-A38D-768AB34C625C}" type="presParOf" srcId="{398E9634-C671-40E0-9288-56B9CA0ED18E}" destId="{F87A278E-91AB-4FAD-8AD7-0F3F06E3BBE4}" srcOrd="3" destOrd="0" presId="urn:microsoft.com/office/officeart/2008/layout/AlternatingHexagons"/>
    <dgm:cxn modelId="{DB6A96D1-4997-4C63-B9BF-E080EFEAD941}" type="presParOf" srcId="{398E9634-C671-40E0-9288-56B9CA0ED18E}" destId="{E23013CB-93D5-4831-9DC4-6A4850870B28}" srcOrd="4" destOrd="0" presId="urn:microsoft.com/office/officeart/2008/layout/AlternatingHexagons"/>
    <dgm:cxn modelId="{E778A5A9-0C41-43F4-BD44-B5FE5B693457}" type="presParOf" srcId="{E23013CB-93D5-4831-9DC4-6A4850870B28}" destId="{12053395-D981-477F-84EB-444F39845DA7}" srcOrd="0" destOrd="0" presId="urn:microsoft.com/office/officeart/2008/layout/AlternatingHexagons"/>
    <dgm:cxn modelId="{4FB30FDF-562D-41B3-AD3D-13EC16A3298B}" type="presParOf" srcId="{E23013CB-93D5-4831-9DC4-6A4850870B28}" destId="{6525289C-C51C-42AC-9C43-9B09097F93C3}" srcOrd="1" destOrd="0" presId="urn:microsoft.com/office/officeart/2008/layout/AlternatingHexagons"/>
    <dgm:cxn modelId="{DC1C941B-85DA-4EE4-891D-E4FDA2A69298}" type="presParOf" srcId="{E23013CB-93D5-4831-9DC4-6A4850870B28}" destId="{73D88746-2CCD-466A-9D0B-019342B946DD}" srcOrd="2" destOrd="0" presId="urn:microsoft.com/office/officeart/2008/layout/AlternatingHexagons"/>
    <dgm:cxn modelId="{29C7E8D0-2973-413C-AC00-6773257553CA}" type="presParOf" srcId="{E23013CB-93D5-4831-9DC4-6A4850870B28}" destId="{B7C9C31B-4389-45E3-A5F6-14D6A34E79B5}" srcOrd="3" destOrd="0" presId="urn:microsoft.com/office/officeart/2008/layout/AlternatingHexagons"/>
    <dgm:cxn modelId="{0AB5BE68-B0D1-4901-884F-A3C0597ED892}" type="presParOf" srcId="{E23013CB-93D5-4831-9DC4-6A4850870B28}" destId="{9B553A8F-A9A8-41A1-B996-E4869C8104C7}" srcOrd="4" destOrd="0" presId="urn:microsoft.com/office/officeart/2008/layout/AlternatingHexagons"/>
    <dgm:cxn modelId="{8F4D2F9E-B853-4D5E-9C4B-01AF64694F82}" type="presParOf" srcId="{398E9634-C671-40E0-9288-56B9CA0ED18E}" destId="{C68BDF34-4FF2-436F-8BAD-2ED98FB3839D}" srcOrd="5" destOrd="0" presId="urn:microsoft.com/office/officeart/2008/layout/AlternatingHexagons"/>
    <dgm:cxn modelId="{576F7384-8309-4F7E-A9C2-BAC83E23449A}" type="presParOf" srcId="{398E9634-C671-40E0-9288-56B9CA0ED18E}" destId="{49E76B25-0291-48AD-B404-92AE991F59EA}" srcOrd="6" destOrd="0" presId="urn:microsoft.com/office/officeart/2008/layout/AlternatingHexagons"/>
    <dgm:cxn modelId="{E190FA19-238A-451F-88EE-6D0B56E8F0C1}" type="presParOf" srcId="{49E76B25-0291-48AD-B404-92AE991F59EA}" destId="{B089E0F5-7E13-4F38-97E1-4696E0E27303}" srcOrd="0" destOrd="0" presId="urn:microsoft.com/office/officeart/2008/layout/AlternatingHexagons"/>
    <dgm:cxn modelId="{5233FCF8-CCA5-4C28-B38C-EA1BD93C6E55}" type="presParOf" srcId="{49E76B25-0291-48AD-B404-92AE991F59EA}" destId="{6CD609B4-8984-4FE0-B2CE-9B0A3DA4CAB5}" srcOrd="1" destOrd="0" presId="urn:microsoft.com/office/officeart/2008/layout/AlternatingHexagons"/>
    <dgm:cxn modelId="{069F1996-6D5B-413D-AC01-8C0F0791958D}" type="presParOf" srcId="{49E76B25-0291-48AD-B404-92AE991F59EA}" destId="{45B5D8C7-135B-45C7-81A8-45CACA55D5CF}" srcOrd="2" destOrd="0" presId="urn:microsoft.com/office/officeart/2008/layout/AlternatingHexagons"/>
    <dgm:cxn modelId="{B195B36F-DA42-4BD6-9141-30728B4DCDB2}" type="presParOf" srcId="{49E76B25-0291-48AD-B404-92AE991F59EA}" destId="{AB5A3F91-4CFD-4721-A0CC-051F55B43223}" srcOrd="3" destOrd="0" presId="urn:microsoft.com/office/officeart/2008/layout/AlternatingHexagons"/>
    <dgm:cxn modelId="{367DCDC6-E5D1-4379-BAA1-A67ADE2BE9BA}" type="presParOf" srcId="{49E76B25-0291-48AD-B404-92AE991F59EA}" destId="{AE9C425C-E20E-449D-8E78-5B476087CC64}"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CF99FC-BC00-4902-9FCF-83E5F1856247}">
      <dsp:nvSpPr>
        <dsp:cNvPr id="0" name=""/>
        <dsp:cNvSpPr/>
      </dsp:nvSpPr>
      <dsp:spPr>
        <a:xfrm>
          <a:off x="0" y="721904"/>
          <a:ext cx="3137535" cy="1992334"/>
        </a:xfrm>
        <a:prstGeom prst="roundRect">
          <a:avLst>
            <a:gd name="adj" fmla="val 10000"/>
          </a:avLst>
        </a:prstGeom>
        <a:solidFill>
          <a:srgbClr val="10B98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0FC578-CED0-43E3-8452-2EBA9F7E0C9C}">
      <dsp:nvSpPr>
        <dsp:cNvPr id="0" name=""/>
        <dsp:cNvSpPr/>
      </dsp:nvSpPr>
      <dsp:spPr>
        <a:xfrm>
          <a:off x="348614" y="1053088"/>
          <a:ext cx="3137535" cy="1992334"/>
        </a:xfrm>
        <a:prstGeom prst="roundRect">
          <a:avLst>
            <a:gd name="adj" fmla="val 10000"/>
          </a:avLst>
        </a:prstGeom>
        <a:solidFill>
          <a:srgbClr val="F8FAFC">
            <a:alpha val="90000"/>
          </a:srgbClr>
        </a:solidFill>
        <a:ln w="1905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Product Owner: Owns the product backlog. Maximizes the value of the product and represents the business stakeholders. Decides what gets built.</a:t>
          </a:r>
        </a:p>
      </dsp:txBody>
      <dsp:txXfrm>
        <a:off x="406967" y="1111441"/>
        <a:ext cx="3020829" cy="1875628"/>
      </dsp:txXfrm>
    </dsp:sp>
    <dsp:sp modelId="{22C7DB79-89AA-4D87-8B43-1E9EA5EA452F}">
      <dsp:nvSpPr>
        <dsp:cNvPr id="0" name=""/>
        <dsp:cNvSpPr/>
      </dsp:nvSpPr>
      <dsp:spPr>
        <a:xfrm>
          <a:off x="3834764" y="721904"/>
          <a:ext cx="3137535" cy="1992334"/>
        </a:xfrm>
        <a:prstGeom prst="roundRect">
          <a:avLst>
            <a:gd name="adj" fmla="val 10000"/>
          </a:avLst>
        </a:prstGeom>
        <a:solidFill>
          <a:srgbClr val="10B98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30586F-E7E4-4784-9BC3-F185BA8EB373}">
      <dsp:nvSpPr>
        <dsp:cNvPr id="0" name=""/>
        <dsp:cNvSpPr/>
      </dsp:nvSpPr>
      <dsp:spPr>
        <a:xfrm>
          <a:off x="4183379" y="1053088"/>
          <a:ext cx="3137535" cy="1992334"/>
        </a:xfrm>
        <a:prstGeom prst="roundRect">
          <a:avLst>
            <a:gd name="adj" fmla="val 10000"/>
          </a:avLst>
        </a:prstGeom>
        <a:solidFill>
          <a:srgbClr val="F8FAFC">
            <a:alpha val="90000"/>
          </a:srgbClr>
        </a:solidFill>
        <a:ln w="1905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Scrum Master: Owns the process. Removes blocks for the team. Ensures Scrum practices are followed and facilities sprint events.</a:t>
          </a:r>
        </a:p>
      </dsp:txBody>
      <dsp:txXfrm>
        <a:off x="4241732" y="1111441"/>
        <a:ext cx="3020829" cy="1875628"/>
      </dsp:txXfrm>
    </dsp:sp>
    <dsp:sp modelId="{7FA23400-3AAD-49DB-9F16-04170965E972}">
      <dsp:nvSpPr>
        <dsp:cNvPr id="0" name=""/>
        <dsp:cNvSpPr/>
      </dsp:nvSpPr>
      <dsp:spPr>
        <a:xfrm>
          <a:off x="7669530" y="721904"/>
          <a:ext cx="3137535" cy="1992334"/>
        </a:xfrm>
        <a:prstGeom prst="roundRect">
          <a:avLst>
            <a:gd name="adj" fmla="val 10000"/>
          </a:avLst>
        </a:prstGeom>
        <a:solidFill>
          <a:srgbClr val="10B98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3A9C36-080C-41E2-A204-24304BDC7DB4}">
      <dsp:nvSpPr>
        <dsp:cNvPr id="0" name=""/>
        <dsp:cNvSpPr/>
      </dsp:nvSpPr>
      <dsp:spPr>
        <a:xfrm>
          <a:off x="8018145" y="1053088"/>
          <a:ext cx="3137535" cy="1992334"/>
        </a:xfrm>
        <a:prstGeom prst="roundRect">
          <a:avLst>
            <a:gd name="adj" fmla="val 10000"/>
          </a:avLst>
        </a:prstGeom>
        <a:solidFill>
          <a:srgbClr val="F8FAFC">
            <a:alpha val="90000"/>
          </a:srgbClr>
        </a:solidFill>
        <a:ln w="1905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Development Team: Owns the execution. Cross-functional group of developers and testers who build the product. They decide how the work gets done.</a:t>
          </a:r>
        </a:p>
      </dsp:txBody>
      <dsp:txXfrm>
        <a:off x="8076498" y="1111441"/>
        <a:ext cx="3020829" cy="18756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B2B1AB-CA2F-43DC-A83B-8E082B164454}">
      <dsp:nvSpPr>
        <dsp:cNvPr id="0" name=""/>
        <dsp:cNvSpPr/>
      </dsp:nvSpPr>
      <dsp:spPr>
        <a:xfrm>
          <a:off x="0" y="2079"/>
          <a:ext cx="7306056" cy="1054053"/>
        </a:xfrm>
        <a:prstGeom prst="roundRect">
          <a:avLst>
            <a:gd name="adj" fmla="val 10000"/>
          </a:avLst>
        </a:prstGeom>
        <a:solidFill>
          <a:srgbClr val="F8FAFC"/>
        </a:solidFill>
        <a:ln>
          <a:noFill/>
        </a:ln>
        <a:effectLst/>
      </dsp:spPr>
      <dsp:style>
        <a:lnRef idx="0">
          <a:scrgbClr r="0" g="0" b="0"/>
        </a:lnRef>
        <a:fillRef idx="1">
          <a:scrgbClr r="0" g="0" b="0"/>
        </a:fillRef>
        <a:effectRef idx="0">
          <a:scrgbClr r="0" g="0" b="0"/>
        </a:effectRef>
        <a:fontRef idx="minor"/>
      </dsp:style>
    </dsp:sp>
    <dsp:sp modelId="{B77EC0DB-F811-4A63-85D3-8FC588308C0A}">
      <dsp:nvSpPr>
        <dsp:cNvPr id="0" name=""/>
        <dsp:cNvSpPr/>
      </dsp:nvSpPr>
      <dsp:spPr>
        <a:xfrm>
          <a:off x="318851" y="239241"/>
          <a:ext cx="579729" cy="5797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3D554C-41BD-4D53-8651-795BE8CA907E}">
      <dsp:nvSpPr>
        <dsp:cNvPr id="0" name=""/>
        <dsp:cNvSpPr/>
      </dsp:nvSpPr>
      <dsp:spPr>
        <a:xfrm>
          <a:off x="1217431" y="20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889000">
            <a:lnSpc>
              <a:spcPct val="90000"/>
            </a:lnSpc>
            <a:spcBef>
              <a:spcPct val="0"/>
            </a:spcBef>
            <a:spcAft>
              <a:spcPct val="35000"/>
            </a:spcAft>
            <a:buNone/>
          </a:pPr>
          <a:r>
            <a:rPr lang="en-US" sz="2000" kern="1200" dirty="0"/>
            <a:t>Continuous Planning: Requirements are prioritized in the backlog instead of locked in a massive upfront document.</a:t>
          </a:r>
        </a:p>
      </dsp:txBody>
      <dsp:txXfrm>
        <a:off x="1217431" y="2079"/>
        <a:ext cx="6088624" cy="1054053"/>
      </dsp:txXfrm>
    </dsp:sp>
    <dsp:sp modelId="{984B0199-9B54-42E4-95F9-249D305FD393}">
      <dsp:nvSpPr>
        <dsp:cNvPr id="0" name=""/>
        <dsp:cNvSpPr/>
      </dsp:nvSpPr>
      <dsp:spPr>
        <a:xfrm>
          <a:off x="0" y="1319646"/>
          <a:ext cx="7306056" cy="1054053"/>
        </a:xfrm>
        <a:prstGeom prst="roundRect">
          <a:avLst>
            <a:gd name="adj" fmla="val 10000"/>
          </a:avLst>
        </a:prstGeom>
        <a:solidFill>
          <a:srgbClr val="F8FAFC"/>
        </a:solidFill>
        <a:ln>
          <a:noFill/>
        </a:ln>
        <a:effectLst/>
      </dsp:spPr>
      <dsp:style>
        <a:lnRef idx="0">
          <a:scrgbClr r="0" g="0" b="0"/>
        </a:lnRef>
        <a:fillRef idx="1">
          <a:scrgbClr r="0" g="0" b="0"/>
        </a:fillRef>
        <a:effectRef idx="0">
          <a:scrgbClr r="0" g="0" b="0"/>
        </a:effectRef>
        <a:fontRef idx="minor"/>
      </dsp:style>
    </dsp:sp>
    <dsp:sp modelId="{3945E0C7-9424-419A-A7CC-B88C073C0717}">
      <dsp:nvSpPr>
        <dsp:cNvPr id="0" name=""/>
        <dsp:cNvSpPr/>
      </dsp:nvSpPr>
      <dsp:spPr>
        <a:xfrm>
          <a:off x="318851" y="1556808"/>
          <a:ext cx="579729" cy="5797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6AEE39-2FD1-4714-816D-6AED279F9F17}">
      <dsp:nvSpPr>
        <dsp:cNvPr id="0" name=""/>
        <dsp:cNvSpPr/>
      </dsp:nvSpPr>
      <dsp:spPr>
        <a:xfrm>
          <a:off x="1217431" y="1319646"/>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889000">
            <a:lnSpc>
              <a:spcPct val="90000"/>
            </a:lnSpc>
            <a:spcBef>
              <a:spcPct val="0"/>
            </a:spcBef>
            <a:spcAft>
              <a:spcPct val="35000"/>
            </a:spcAft>
            <a:buNone/>
          </a:pPr>
          <a:r>
            <a:rPr lang="en-US" sz="2000" kern="1200"/>
            <a:t>Iterative Development: Code is written in short two-week sprints.</a:t>
          </a:r>
        </a:p>
      </dsp:txBody>
      <dsp:txXfrm>
        <a:off x="1217431" y="1319646"/>
        <a:ext cx="6088624" cy="1054053"/>
      </dsp:txXfrm>
    </dsp:sp>
    <dsp:sp modelId="{5A2081F2-AB2B-49E3-A84A-B5DE768DD64E}">
      <dsp:nvSpPr>
        <dsp:cNvPr id="0" name=""/>
        <dsp:cNvSpPr/>
      </dsp:nvSpPr>
      <dsp:spPr>
        <a:xfrm>
          <a:off x="0" y="2637212"/>
          <a:ext cx="7306056" cy="1054053"/>
        </a:xfrm>
        <a:prstGeom prst="roundRect">
          <a:avLst>
            <a:gd name="adj" fmla="val 10000"/>
          </a:avLst>
        </a:prstGeom>
        <a:solidFill>
          <a:srgbClr val="F8FAFC"/>
        </a:solidFill>
        <a:ln>
          <a:noFill/>
        </a:ln>
        <a:effectLst/>
      </dsp:spPr>
      <dsp:style>
        <a:lnRef idx="0">
          <a:scrgbClr r="0" g="0" b="0"/>
        </a:lnRef>
        <a:fillRef idx="1">
          <a:scrgbClr r="0" g="0" b="0"/>
        </a:fillRef>
        <a:effectRef idx="0">
          <a:scrgbClr r="0" g="0" b="0"/>
        </a:effectRef>
        <a:fontRef idx="minor"/>
      </dsp:style>
    </dsp:sp>
    <dsp:sp modelId="{1FD36589-1ABC-4DA0-891C-8DCAF32E8867}">
      <dsp:nvSpPr>
        <dsp:cNvPr id="0" name=""/>
        <dsp:cNvSpPr/>
      </dsp:nvSpPr>
      <dsp:spPr>
        <a:xfrm>
          <a:off x="318851" y="2874374"/>
          <a:ext cx="579729" cy="5797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8A9545-5A95-4310-9D81-AB6D34C786BA}">
      <dsp:nvSpPr>
        <dsp:cNvPr id="0" name=""/>
        <dsp:cNvSpPr/>
      </dsp:nvSpPr>
      <dsp:spPr>
        <a:xfrm>
          <a:off x="1217431" y="2637212"/>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889000">
            <a:lnSpc>
              <a:spcPct val="90000"/>
            </a:lnSpc>
            <a:spcBef>
              <a:spcPct val="0"/>
            </a:spcBef>
            <a:spcAft>
              <a:spcPct val="35000"/>
            </a:spcAft>
            <a:buNone/>
          </a:pPr>
          <a:r>
            <a:rPr lang="en-US" sz="2000" kern="1200"/>
            <a:t>Continuous Testing: QA is involved from day one. Testing happens alongside development to catch bugs immediately.</a:t>
          </a:r>
        </a:p>
      </dsp:txBody>
      <dsp:txXfrm>
        <a:off x="1217431" y="2637212"/>
        <a:ext cx="6088624" cy="1054053"/>
      </dsp:txXfrm>
    </dsp:sp>
    <dsp:sp modelId="{DC531F0B-D401-435A-B4E4-909C687D38E3}">
      <dsp:nvSpPr>
        <dsp:cNvPr id="0" name=""/>
        <dsp:cNvSpPr/>
      </dsp:nvSpPr>
      <dsp:spPr>
        <a:xfrm>
          <a:off x="0" y="3954779"/>
          <a:ext cx="7306056" cy="1054053"/>
        </a:xfrm>
        <a:prstGeom prst="roundRect">
          <a:avLst>
            <a:gd name="adj" fmla="val 10000"/>
          </a:avLst>
        </a:prstGeom>
        <a:solidFill>
          <a:srgbClr val="F8FAFC"/>
        </a:solidFill>
        <a:ln>
          <a:noFill/>
        </a:ln>
        <a:effectLst/>
      </dsp:spPr>
      <dsp:style>
        <a:lnRef idx="0">
          <a:scrgbClr r="0" g="0" b="0"/>
        </a:lnRef>
        <a:fillRef idx="1">
          <a:scrgbClr r="0" g="0" b="0"/>
        </a:fillRef>
        <a:effectRef idx="0">
          <a:scrgbClr r="0" g="0" b="0"/>
        </a:effectRef>
        <a:fontRef idx="minor"/>
      </dsp:style>
    </dsp:sp>
    <dsp:sp modelId="{9B57159E-8B56-473C-B050-34E62E99AAA4}">
      <dsp:nvSpPr>
        <dsp:cNvPr id="0" name=""/>
        <dsp:cNvSpPr/>
      </dsp:nvSpPr>
      <dsp:spPr>
        <a:xfrm>
          <a:off x="318851" y="4191941"/>
          <a:ext cx="579729" cy="5797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40C78A-8D39-4668-8BDD-87178C202E42}">
      <dsp:nvSpPr>
        <dsp:cNvPr id="0" name=""/>
        <dsp:cNvSpPr/>
      </dsp:nvSpPr>
      <dsp:spPr>
        <a:xfrm>
          <a:off x="1217431" y="39547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889000">
            <a:lnSpc>
              <a:spcPct val="90000"/>
            </a:lnSpc>
            <a:spcBef>
              <a:spcPct val="0"/>
            </a:spcBef>
            <a:spcAft>
              <a:spcPct val="35000"/>
            </a:spcAft>
            <a:buNone/>
          </a:pPr>
          <a:r>
            <a:rPr lang="en-US" sz="2000" kern="1200"/>
            <a:t>Sprint Review: The team demos working software to stakeholders at the end of every sprint to gather immediate feedback.</a:t>
          </a:r>
        </a:p>
      </dsp:txBody>
      <dsp:txXfrm>
        <a:off x="1217431" y="3954779"/>
        <a:ext cx="6088624" cy="10540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C4E43-7AA2-407D-901D-41ACAB0FC0B1}">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AF78DD-7E9C-4ABC-84DF-A7091A52D956}">
      <dsp:nvSpPr>
        <dsp:cNvPr id="0" name=""/>
        <dsp:cNvSpPr/>
      </dsp:nvSpPr>
      <dsp:spPr>
        <a:xfrm>
          <a:off x="432980" y="322663"/>
          <a:ext cx="787236" cy="7872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E468F4-90FB-4425-867B-E0B52896C6B6}">
      <dsp:nvSpPr>
        <dsp:cNvPr id="0" name=""/>
        <dsp:cNvSpPr/>
      </dsp:nvSpPr>
      <dsp:spPr>
        <a:xfrm>
          <a:off x="1653197" y="611"/>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66750">
            <a:lnSpc>
              <a:spcPct val="90000"/>
            </a:lnSpc>
            <a:spcBef>
              <a:spcPct val="0"/>
            </a:spcBef>
            <a:spcAft>
              <a:spcPct val="35000"/>
            </a:spcAft>
            <a:buNone/>
          </a:pPr>
          <a:r>
            <a:rPr lang="en-US" sz="1500" kern="1200"/>
            <a:t>Linear progression: Requirements Design Implementation Testing Deployment.</a:t>
          </a:r>
        </a:p>
      </dsp:txBody>
      <dsp:txXfrm>
        <a:off x="1653197" y="611"/>
        <a:ext cx="5652858" cy="1431339"/>
      </dsp:txXfrm>
    </dsp:sp>
    <dsp:sp modelId="{9EF5C29D-CCA4-47C9-BDC1-1B2462A0885B}">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A8A389-39F4-406D-9075-194AA0639059}">
      <dsp:nvSpPr>
        <dsp:cNvPr id="0" name=""/>
        <dsp:cNvSpPr/>
      </dsp:nvSpPr>
      <dsp:spPr>
        <a:xfrm>
          <a:off x="432980" y="2111837"/>
          <a:ext cx="787236" cy="7872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6F7E9B-15D7-484B-BBC9-0971C111C8C2}">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66750">
            <a:lnSpc>
              <a:spcPct val="90000"/>
            </a:lnSpc>
            <a:spcBef>
              <a:spcPct val="0"/>
            </a:spcBef>
            <a:spcAft>
              <a:spcPct val="35000"/>
            </a:spcAft>
            <a:buNone/>
          </a:pPr>
          <a:r>
            <a:rPr lang="en-US" sz="1500" kern="1200"/>
            <a:t>High risk: Testing only happens at the very end.</a:t>
          </a:r>
        </a:p>
      </dsp:txBody>
      <dsp:txXfrm>
        <a:off x="1653197" y="1789786"/>
        <a:ext cx="5652858" cy="1431339"/>
      </dsp:txXfrm>
    </dsp:sp>
    <dsp:sp modelId="{FD3A3E86-7D03-4F4E-B9A0-D7BD84187051}">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08BCC3-193D-4D49-8F3F-DB82B3C46EB0}">
      <dsp:nvSpPr>
        <dsp:cNvPr id="0" name=""/>
        <dsp:cNvSpPr/>
      </dsp:nvSpPr>
      <dsp:spPr>
        <a:xfrm>
          <a:off x="432980" y="3901012"/>
          <a:ext cx="787236" cy="7872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958EA9-9E9A-4F70-BFEA-A3CA4994B631}">
      <dsp:nvSpPr>
        <dsp:cNvPr id="0" name=""/>
        <dsp:cNvSpPr/>
      </dsp:nvSpPr>
      <dsp:spPr>
        <a:xfrm>
          <a:off x="1653197" y="3578960"/>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66750">
            <a:lnSpc>
              <a:spcPct val="90000"/>
            </a:lnSpc>
            <a:spcBef>
              <a:spcPct val="0"/>
            </a:spcBef>
            <a:spcAft>
              <a:spcPct val="35000"/>
            </a:spcAft>
            <a:buNone/>
          </a:pPr>
          <a:r>
            <a:rPr lang="en-US" sz="1500" kern="1200"/>
            <a:t>Example: If we used waterfall for SNHU Travel the mid-project pivot to wellness travel would have failed. We would have spent months writing code for generic vacations. Changing the requirements late in the waterfall cycle requires massive change requests budget overruns and extensive rework.</a:t>
          </a:r>
        </a:p>
      </dsp:txBody>
      <dsp:txXfrm>
        <a:off x="1653197" y="3578960"/>
        <a:ext cx="5652858" cy="14313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1320D5-A0C0-4BC1-B7A6-F1AEB241874D}">
      <dsp:nvSpPr>
        <dsp:cNvPr id="0" name=""/>
        <dsp:cNvSpPr/>
      </dsp:nvSpPr>
      <dsp:spPr>
        <a:xfrm rot="5400000">
          <a:off x="3334775" y="96909"/>
          <a:ext cx="1476903" cy="1284905"/>
        </a:xfrm>
        <a:prstGeom prst="hexagon">
          <a:avLst>
            <a:gd name="adj" fmla="val 25000"/>
            <a:gd name="vf" fmla="val 115470"/>
          </a:avLst>
        </a:prstGeom>
        <a:solidFill>
          <a:srgbClr val="10B98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err="1"/>
            <a:t>ChadaTech</a:t>
          </a:r>
          <a:r>
            <a:rPr lang="en-US" sz="800" kern="1200" dirty="0"/>
            <a:t> must transition to Scrum.</a:t>
          </a:r>
        </a:p>
      </dsp:txBody>
      <dsp:txXfrm rot="-5400000">
        <a:off x="3631005" y="231061"/>
        <a:ext cx="884443" cy="1016601"/>
      </dsp:txXfrm>
    </dsp:sp>
    <dsp:sp modelId="{2439B487-1CBD-4E81-A10B-69D75AAC63A0}">
      <dsp:nvSpPr>
        <dsp:cNvPr id="0" name=""/>
        <dsp:cNvSpPr/>
      </dsp:nvSpPr>
      <dsp:spPr>
        <a:xfrm>
          <a:off x="4754669" y="296291"/>
          <a:ext cx="1648224" cy="886142"/>
        </a:xfrm>
        <a:prstGeom prst="rect">
          <a:avLst/>
        </a:prstGeom>
        <a:noFill/>
        <a:ln>
          <a:noFill/>
        </a:ln>
        <a:effectLst/>
      </dsp:spPr>
      <dsp:style>
        <a:lnRef idx="0">
          <a:scrgbClr r="0" g="0" b="0"/>
        </a:lnRef>
        <a:fillRef idx="0">
          <a:scrgbClr r="0" g="0" b="0"/>
        </a:fillRef>
        <a:effectRef idx="0">
          <a:scrgbClr r="0" g="0" b="0"/>
        </a:effectRef>
        <a:fontRef idx="minor"/>
      </dsp:style>
    </dsp:sp>
    <dsp:sp modelId="{304B416A-84B5-40EB-8203-B8E12292275E}">
      <dsp:nvSpPr>
        <dsp:cNvPr id="0" name=""/>
        <dsp:cNvSpPr/>
      </dsp:nvSpPr>
      <dsp:spPr>
        <a:xfrm rot="5400000">
          <a:off x="1947076" y="96909"/>
          <a:ext cx="1476903" cy="1284905"/>
        </a:xfrm>
        <a:prstGeom prst="hexagon">
          <a:avLst>
            <a:gd name="adj" fmla="val 25000"/>
            <a:gd name="vf" fmla="val 115470"/>
          </a:avLst>
        </a:prstGeom>
        <a:solidFill>
          <a:srgbClr val="0EA5E9"/>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2243306" y="231061"/>
        <a:ext cx="884443" cy="1016601"/>
      </dsp:txXfrm>
    </dsp:sp>
    <dsp:sp modelId="{E2D5F726-B6F0-4B7A-9703-ACBFE2FF9C05}">
      <dsp:nvSpPr>
        <dsp:cNvPr id="0" name=""/>
        <dsp:cNvSpPr/>
      </dsp:nvSpPr>
      <dsp:spPr>
        <a:xfrm rot="5400000">
          <a:off x="2638267" y="1350505"/>
          <a:ext cx="1476903" cy="1284905"/>
        </a:xfrm>
        <a:prstGeom prst="hexagon">
          <a:avLst>
            <a:gd name="adj" fmla="val 25000"/>
            <a:gd name="vf" fmla="val 115470"/>
          </a:avLst>
        </a:prstGeom>
        <a:solidFill>
          <a:srgbClr val="10B98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a:t>Software markets shift rapidly. The SNHU Travel pilot proved we can handle major requirement changes efficiently.</a:t>
          </a:r>
        </a:p>
      </dsp:txBody>
      <dsp:txXfrm rot="-5400000">
        <a:off x="2934497" y="1484657"/>
        <a:ext cx="884443" cy="1016601"/>
      </dsp:txXfrm>
    </dsp:sp>
    <dsp:sp modelId="{20CE5168-016F-4F20-82CD-9C2B285FFA4C}">
      <dsp:nvSpPr>
        <dsp:cNvPr id="0" name=""/>
        <dsp:cNvSpPr/>
      </dsp:nvSpPr>
      <dsp:spPr>
        <a:xfrm>
          <a:off x="1086041" y="1549887"/>
          <a:ext cx="1595055" cy="886142"/>
        </a:xfrm>
        <a:prstGeom prst="rect">
          <a:avLst/>
        </a:prstGeom>
        <a:noFill/>
        <a:ln>
          <a:noFill/>
        </a:ln>
        <a:effectLst/>
      </dsp:spPr>
      <dsp:style>
        <a:lnRef idx="0">
          <a:scrgbClr r="0" g="0" b="0"/>
        </a:lnRef>
        <a:fillRef idx="0">
          <a:scrgbClr r="0" g="0" b="0"/>
        </a:fillRef>
        <a:effectRef idx="0">
          <a:scrgbClr r="0" g="0" b="0"/>
        </a:effectRef>
        <a:fontRef idx="minor"/>
      </dsp:style>
    </dsp:sp>
    <dsp:sp modelId="{2CAC6FA3-A094-4F77-828F-FB722710ECF1}">
      <dsp:nvSpPr>
        <dsp:cNvPr id="0" name=""/>
        <dsp:cNvSpPr/>
      </dsp:nvSpPr>
      <dsp:spPr>
        <a:xfrm rot="5400000">
          <a:off x="4025965" y="1350505"/>
          <a:ext cx="1476903" cy="1284905"/>
        </a:xfrm>
        <a:prstGeom prst="hexagon">
          <a:avLst>
            <a:gd name="adj" fmla="val 25000"/>
            <a:gd name="vf" fmla="val 115470"/>
          </a:avLst>
        </a:prstGeom>
        <a:solidFill>
          <a:srgbClr val="0EA5E9"/>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4322195" y="1484657"/>
        <a:ext cx="884443" cy="1016601"/>
      </dsp:txXfrm>
    </dsp:sp>
    <dsp:sp modelId="{12053395-D981-477F-84EB-444F39845DA7}">
      <dsp:nvSpPr>
        <dsp:cNvPr id="0" name=""/>
        <dsp:cNvSpPr/>
      </dsp:nvSpPr>
      <dsp:spPr>
        <a:xfrm rot="5400000">
          <a:off x="3334775" y="2604100"/>
          <a:ext cx="1476903" cy="1284905"/>
        </a:xfrm>
        <a:prstGeom prst="hexagon">
          <a:avLst>
            <a:gd name="adj" fmla="val 25000"/>
            <a:gd name="vf" fmla="val 115470"/>
          </a:avLst>
        </a:prstGeom>
        <a:solidFill>
          <a:srgbClr val="10B98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a:t>Enforcing time-boxed sprints and daily scrums eliminates the illusion of progress.</a:t>
          </a:r>
        </a:p>
      </dsp:txBody>
      <dsp:txXfrm rot="-5400000">
        <a:off x="3631005" y="2738252"/>
        <a:ext cx="884443" cy="1016601"/>
      </dsp:txXfrm>
    </dsp:sp>
    <dsp:sp modelId="{6525289C-C51C-42AC-9C43-9B09097F93C3}">
      <dsp:nvSpPr>
        <dsp:cNvPr id="0" name=""/>
        <dsp:cNvSpPr/>
      </dsp:nvSpPr>
      <dsp:spPr>
        <a:xfrm>
          <a:off x="4754669" y="2803482"/>
          <a:ext cx="1648224" cy="886142"/>
        </a:xfrm>
        <a:prstGeom prst="rect">
          <a:avLst/>
        </a:prstGeom>
        <a:noFill/>
        <a:ln>
          <a:noFill/>
        </a:ln>
        <a:effectLst/>
      </dsp:spPr>
      <dsp:style>
        <a:lnRef idx="0">
          <a:scrgbClr r="0" g="0" b="0"/>
        </a:lnRef>
        <a:fillRef idx="0">
          <a:scrgbClr r="0" g="0" b="0"/>
        </a:fillRef>
        <a:effectRef idx="0">
          <a:scrgbClr r="0" g="0" b="0"/>
        </a:effectRef>
        <a:fontRef idx="minor"/>
      </dsp:style>
    </dsp:sp>
    <dsp:sp modelId="{9B553A8F-A9A8-41A1-B996-E4869C8104C7}">
      <dsp:nvSpPr>
        <dsp:cNvPr id="0" name=""/>
        <dsp:cNvSpPr/>
      </dsp:nvSpPr>
      <dsp:spPr>
        <a:xfrm rot="5400000">
          <a:off x="1947076" y="2604100"/>
          <a:ext cx="1476903" cy="1284905"/>
        </a:xfrm>
        <a:prstGeom prst="hexagon">
          <a:avLst>
            <a:gd name="adj" fmla="val 25000"/>
            <a:gd name="vf" fmla="val 115470"/>
          </a:avLst>
        </a:prstGeom>
        <a:solidFill>
          <a:srgbClr val="0EA5E9"/>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2243306" y="2738252"/>
        <a:ext cx="884443" cy="1016601"/>
      </dsp:txXfrm>
    </dsp:sp>
    <dsp:sp modelId="{B089E0F5-7E13-4F38-97E1-4696E0E27303}">
      <dsp:nvSpPr>
        <dsp:cNvPr id="0" name=""/>
        <dsp:cNvSpPr/>
      </dsp:nvSpPr>
      <dsp:spPr>
        <a:xfrm rot="5400000">
          <a:off x="2638267" y="3857696"/>
          <a:ext cx="1476903" cy="1284905"/>
        </a:xfrm>
        <a:prstGeom prst="hexagon">
          <a:avLst>
            <a:gd name="adj" fmla="val 25000"/>
            <a:gd name="vf" fmla="val 115470"/>
          </a:avLst>
        </a:prstGeom>
        <a:solidFill>
          <a:srgbClr val="10B98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a:t>We must roll this out gradually. Start with core Scrum practices and prioritize early QA collaboration.</a:t>
          </a:r>
        </a:p>
      </dsp:txBody>
      <dsp:txXfrm rot="-5400000">
        <a:off x="2934497" y="3991848"/>
        <a:ext cx="884443" cy="1016601"/>
      </dsp:txXfrm>
    </dsp:sp>
    <dsp:sp modelId="{6CD609B4-8984-4FE0-B2CE-9B0A3DA4CAB5}">
      <dsp:nvSpPr>
        <dsp:cNvPr id="0" name=""/>
        <dsp:cNvSpPr/>
      </dsp:nvSpPr>
      <dsp:spPr>
        <a:xfrm>
          <a:off x="1086041" y="4057078"/>
          <a:ext cx="1595055" cy="886142"/>
        </a:xfrm>
        <a:prstGeom prst="rect">
          <a:avLst/>
        </a:prstGeom>
        <a:noFill/>
        <a:ln>
          <a:noFill/>
        </a:ln>
        <a:effectLst/>
      </dsp:spPr>
      <dsp:style>
        <a:lnRef idx="0">
          <a:scrgbClr r="0" g="0" b="0"/>
        </a:lnRef>
        <a:fillRef idx="0">
          <a:scrgbClr r="0" g="0" b="0"/>
        </a:fillRef>
        <a:effectRef idx="0">
          <a:scrgbClr r="0" g="0" b="0"/>
        </a:effectRef>
        <a:fontRef idx="minor"/>
      </dsp:style>
    </dsp:sp>
    <dsp:sp modelId="{AE9C425C-E20E-449D-8E78-5B476087CC64}">
      <dsp:nvSpPr>
        <dsp:cNvPr id="0" name=""/>
        <dsp:cNvSpPr/>
      </dsp:nvSpPr>
      <dsp:spPr>
        <a:xfrm rot="5400000">
          <a:off x="4025965" y="3857696"/>
          <a:ext cx="1476903" cy="1284905"/>
        </a:xfrm>
        <a:prstGeom prst="hexagon">
          <a:avLst>
            <a:gd name="adj" fmla="val 25000"/>
            <a:gd name="vf" fmla="val 115470"/>
          </a:avLst>
        </a:prstGeom>
        <a:solidFill>
          <a:srgbClr val="0EA5E9"/>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4322195" y="3991848"/>
        <a:ext cx="884443" cy="101660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21542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49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8538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71067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74058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59075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53984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8804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881462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54560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6955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4/17/2026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48082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hyperlink" Target="https://scrumguides.org/scrum-guide.html" TargetMode="External"/><Relationship Id="rId2" Type="http://schemas.openxmlformats.org/officeDocument/2006/relationships/hyperlink" Target="https://www.atlassian.com/agile/project-managemen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D8A6F163-50DF-B122-9E80-0880CB791AEC}"/>
              </a:ext>
            </a:extLst>
          </p:cNvPr>
          <p:cNvPicPr>
            <a:picLocks noChangeAspect="1"/>
          </p:cNvPicPr>
          <p:nvPr/>
        </p:nvPicPr>
        <p:blipFill>
          <a:blip r:embed="rId2">
            <a:alphaModFix amt="40000"/>
          </a:blip>
          <a:srcRect t="9377" b="11118"/>
          <a:stretch>
            <a:fillRect/>
          </a:stretch>
        </p:blipFill>
        <p:spPr>
          <a:xfrm>
            <a:off x="-2" y="-4"/>
            <a:ext cx="12192001" cy="6858001"/>
          </a:xfrm>
          <a:prstGeom prst="rect">
            <a:avLst/>
          </a:prstGeom>
        </p:spPr>
      </p:pic>
      <p:sp>
        <p:nvSpPr>
          <p:cNvPr id="2" name="Title 1">
            <a:extLst>
              <a:ext uri="{FF2B5EF4-FFF2-40B4-BE49-F238E27FC236}">
                <a16:creationId xmlns:a16="http://schemas.microsoft.com/office/drawing/2014/main" id="{B4D3C1AB-3CAD-E3EB-A523-493F384456FC}"/>
              </a:ext>
            </a:extLst>
          </p:cNvPr>
          <p:cNvSpPr>
            <a:spLocks noGrp="1"/>
          </p:cNvSpPr>
          <p:nvPr>
            <p:ph type="ctrTitle"/>
          </p:nvPr>
        </p:nvSpPr>
        <p:spPr>
          <a:xfrm>
            <a:off x="517870" y="978408"/>
            <a:ext cx="5021182" cy="2450592"/>
          </a:xfrm>
        </p:spPr>
        <p:txBody>
          <a:bodyPr anchor="t">
            <a:normAutofit/>
          </a:bodyPr>
          <a:lstStyle/>
          <a:p>
            <a:r>
              <a:rPr lang="en-US" sz="6000" dirty="0">
                <a:solidFill>
                  <a:srgbClr val="F8FAFC"/>
                </a:solidFill>
              </a:rPr>
              <a:t>Agile Presentation</a:t>
            </a:r>
          </a:p>
        </p:txBody>
      </p:sp>
      <p:sp>
        <p:nvSpPr>
          <p:cNvPr id="3" name="Subtitle 2">
            <a:extLst>
              <a:ext uri="{FF2B5EF4-FFF2-40B4-BE49-F238E27FC236}">
                <a16:creationId xmlns:a16="http://schemas.microsoft.com/office/drawing/2014/main" id="{A9E16CF8-8858-0DC6-F81A-4D821CC0873C}"/>
              </a:ext>
            </a:extLst>
          </p:cNvPr>
          <p:cNvSpPr>
            <a:spLocks noGrp="1"/>
          </p:cNvSpPr>
          <p:nvPr>
            <p:ph type="subTitle" idx="1"/>
          </p:nvPr>
        </p:nvSpPr>
        <p:spPr>
          <a:xfrm>
            <a:off x="6652366" y="4017818"/>
            <a:ext cx="5040785" cy="1828799"/>
          </a:xfrm>
        </p:spPr>
        <p:txBody>
          <a:bodyPr anchor="b">
            <a:normAutofit/>
          </a:bodyPr>
          <a:lstStyle/>
          <a:p>
            <a:r>
              <a:rPr lang="en-US" sz="2400" dirty="0">
                <a:solidFill>
                  <a:srgbClr val="FFFFFF"/>
                </a:solidFill>
              </a:rPr>
              <a:t>Alex Wyatt</a:t>
            </a:r>
          </a:p>
          <a:p>
            <a:r>
              <a:rPr lang="en-US" sz="2400" dirty="0">
                <a:solidFill>
                  <a:srgbClr val="FFFFFF"/>
                </a:solidFill>
              </a:rPr>
              <a:t>CS-250</a:t>
            </a:r>
          </a:p>
          <a:p>
            <a:r>
              <a:rPr lang="en-US" sz="2400" dirty="0">
                <a:solidFill>
                  <a:srgbClr val="FFFFFF"/>
                </a:solidFill>
              </a:rPr>
              <a:t>4/14/2026</a:t>
            </a: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936508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8F264-D892-C21D-843F-8146F3DAEC90}"/>
              </a:ext>
            </a:extLst>
          </p:cNvPr>
          <p:cNvSpPr>
            <a:spLocks noGrp="1"/>
          </p:cNvSpPr>
          <p:nvPr>
            <p:ph type="title"/>
          </p:nvPr>
        </p:nvSpPr>
        <p:spPr/>
        <p:txBody>
          <a:bodyPr/>
          <a:lstStyle/>
          <a:p>
            <a:r>
              <a:rPr lang="en-US" dirty="0">
                <a:solidFill>
                  <a:srgbClr val="F8FAFC"/>
                </a:solidFill>
              </a:rPr>
              <a:t>Scrum</a:t>
            </a:r>
            <a:br>
              <a:rPr lang="en-US" dirty="0">
                <a:solidFill>
                  <a:srgbClr val="F8FAFC"/>
                </a:solidFill>
              </a:rPr>
            </a:br>
            <a:r>
              <a:rPr lang="en-US" dirty="0">
                <a:solidFill>
                  <a:srgbClr val="F8FAFC"/>
                </a:solidFill>
              </a:rPr>
              <a:t>Agile Roles</a:t>
            </a:r>
          </a:p>
        </p:txBody>
      </p:sp>
      <p:graphicFrame>
        <p:nvGraphicFramePr>
          <p:cNvPr id="5" name="Content Placeholder 2">
            <a:extLst>
              <a:ext uri="{FF2B5EF4-FFF2-40B4-BE49-F238E27FC236}">
                <a16:creationId xmlns:a16="http://schemas.microsoft.com/office/drawing/2014/main" id="{7EEC0336-5862-C7E2-6E52-E51CB2D465DB}"/>
              </a:ext>
            </a:extLst>
          </p:cNvPr>
          <p:cNvGraphicFramePr>
            <a:graphicFrameLocks noGrp="1"/>
          </p:cNvGraphicFramePr>
          <p:nvPr>
            <p:ph idx="1"/>
            <p:extLst>
              <p:ext uri="{D42A27DB-BD31-4B8C-83A1-F6EECF244321}">
                <p14:modId xmlns:p14="http://schemas.microsoft.com/office/powerpoint/2010/main" val="2431794678"/>
              </p:ext>
            </p:extLst>
          </p:nvPr>
        </p:nvGraphicFramePr>
        <p:xfrm>
          <a:off x="521208" y="2578608"/>
          <a:ext cx="1115568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9122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9180321-D270-38D7-8169-6C1EB626A3A7}"/>
              </a:ext>
            </a:extLst>
          </p:cNvPr>
          <p:cNvSpPr>
            <a:spLocks noGrp="1"/>
          </p:cNvSpPr>
          <p:nvPr>
            <p:ph type="title"/>
          </p:nvPr>
        </p:nvSpPr>
        <p:spPr>
          <a:xfrm>
            <a:off x="521208" y="978408"/>
            <a:ext cx="3154680" cy="4069080"/>
          </a:xfrm>
        </p:spPr>
        <p:txBody>
          <a:bodyPr>
            <a:normAutofit/>
          </a:bodyPr>
          <a:lstStyle/>
          <a:p>
            <a:r>
              <a:rPr lang="en-US" sz="4000" dirty="0">
                <a:solidFill>
                  <a:srgbClr val="F8FAFC"/>
                </a:solidFill>
              </a:rPr>
              <a:t>Agile SDLC Phases</a:t>
            </a:r>
          </a:p>
        </p:txBody>
      </p:sp>
      <p:sp>
        <p:nvSpPr>
          <p:cNvPr id="15" name="Rectangle 14">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Content Placeholder 2">
            <a:extLst>
              <a:ext uri="{FF2B5EF4-FFF2-40B4-BE49-F238E27FC236}">
                <a16:creationId xmlns:a16="http://schemas.microsoft.com/office/drawing/2014/main" id="{9663AA74-36EC-A21C-2B4F-DE7D6DCD14D3}"/>
              </a:ext>
            </a:extLst>
          </p:cNvPr>
          <p:cNvGraphicFramePr>
            <a:graphicFrameLocks noGrp="1"/>
          </p:cNvGraphicFramePr>
          <p:nvPr>
            <p:ph idx="1"/>
            <p:extLst>
              <p:ext uri="{D42A27DB-BD31-4B8C-83A1-F6EECF244321}">
                <p14:modId xmlns:p14="http://schemas.microsoft.com/office/powerpoint/2010/main" val="2872403714"/>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708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3B534E7-549A-C507-D549-5B0256035F79}"/>
              </a:ext>
            </a:extLst>
          </p:cNvPr>
          <p:cNvSpPr>
            <a:spLocks noGrp="1"/>
          </p:cNvSpPr>
          <p:nvPr>
            <p:ph type="title"/>
          </p:nvPr>
        </p:nvSpPr>
        <p:spPr>
          <a:xfrm>
            <a:off x="521208" y="978408"/>
            <a:ext cx="3154680" cy="4069080"/>
          </a:xfrm>
        </p:spPr>
        <p:txBody>
          <a:bodyPr>
            <a:normAutofit/>
          </a:bodyPr>
          <a:lstStyle/>
          <a:p>
            <a:r>
              <a:rPr lang="en-US" sz="4000" dirty="0">
                <a:solidFill>
                  <a:srgbClr val="F8FAFC"/>
                </a:solidFill>
              </a:rPr>
              <a:t>The Waterfall Model</a:t>
            </a:r>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AF39CBE-CE31-8D29-B2CA-BCB0BBD90AC1}"/>
              </a:ext>
            </a:extLst>
          </p:cNvPr>
          <p:cNvGraphicFramePr>
            <a:graphicFrameLocks noGrp="1"/>
          </p:cNvGraphicFramePr>
          <p:nvPr>
            <p:ph idx="1"/>
            <p:extLst>
              <p:ext uri="{D42A27DB-BD31-4B8C-83A1-F6EECF244321}">
                <p14:modId xmlns:p14="http://schemas.microsoft.com/office/powerpoint/2010/main" val="1274794747"/>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997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9AEDA1-9067-5AEF-22DF-B4505B917F33}"/>
              </a:ext>
            </a:extLst>
          </p:cNvPr>
          <p:cNvSpPr>
            <a:spLocks noGrp="1"/>
          </p:cNvSpPr>
          <p:nvPr>
            <p:ph type="title"/>
          </p:nvPr>
        </p:nvSpPr>
        <p:spPr>
          <a:xfrm>
            <a:off x="521208" y="978408"/>
            <a:ext cx="8732520" cy="1463040"/>
          </a:xfrm>
        </p:spPr>
        <p:txBody>
          <a:bodyPr>
            <a:normAutofit/>
          </a:bodyPr>
          <a:lstStyle/>
          <a:p>
            <a:r>
              <a:rPr lang="en-US" dirty="0">
                <a:solidFill>
                  <a:srgbClr val="F8FAFC"/>
                </a:solidFill>
              </a:rPr>
              <a:t>Choosing the Right Approach</a:t>
            </a:r>
          </a:p>
        </p:txBody>
      </p:sp>
      <p:sp>
        <p:nvSpPr>
          <p:cNvPr id="3" name="Content Placeholder 2">
            <a:extLst>
              <a:ext uri="{FF2B5EF4-FFF2-40B4-BE49-F238E27FC236}">
                <a16:creationId xmlns:a16="http://schemas.microsoft.com/office/drawing/2014/main" id="{ECFF6784-73FA-E14A-582D-FDD7158DE171}"/>
              </a:ext>
            </a:extLst>
          </p:cNvPr>
          <p:cNvSpPr>
            <a:spLocks noGrp="1"/>
          </p:cNvSpPr>
          <p:nvPr>
            <p:ph idx="1"/>
          </p:nvPr>
        </p:nvSpPr>
        <p:spPr>
          <a:xfrm>
            <a:off x="521208" y="2578608"/>
            <a:ext cx="8732520" cy="3767328"/>
          </a:xfrm>
        </p:spPr>
        <p:txBody>
          <a:bodyPr>
            <a:normAutofit/>
          </a:bodyPr>
          <a:lstStyle/>
          <a:p>
            <a:r>
              <a:rPr lang="en-US" dirty="0">
                <a:solidFill>
                  <a:srgbClr val="94A3B8"/>
                </a:solidFill>
              </a:rPr>
              <a:t>Use Agile when requirements are volatile. If the business does not know exactly what they want or the market shifts quickly Agile allows for pivots without destroying the project.</a:t>
            </a:r>
          </a:p>
          <a:p>
            <a:r>
              <a:rPr lang="en-US" dirty="0">
                <a:solidFill>
                  <a:srgbClr val="94A3B8"/>
                </a:solidFill>
              </a:rPr>
              <a:t>Use Waterfall when requirements are absolutely fixed. Waterfall works for strict physical engineering projects or regulatory software where the end state is known and cannot change.</a:t>
            </a:r>
          </a:p>
          <a:p>
            <a:r>
              <a:rPr lang="en-US" dirty="0">
                <a:solidFill>
                  <a:srgbClr val="94A3B8"/>
                </a:solidFill>
              </a:rPr>
              <a:t>Team size and culture: Agile requires highly disciplined cross-functional teams. Waterfall allows for isolated specialists.</a:t>
            </a:r>
          </a:p>
        </p:txBody>
      </p:sp>
    </p:spTree>
    <p:extLst>
      <p:ext uri="{BB962C8B-B14F-4D97-AF65-F5344CB8AC3E}">
        <p14:creationId xmlns:p14="http://schemas.microsoft.com/office/powerpoint/2010/main" val="1922285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420BC5C-C418-4843-B04B-6918968D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B93D56-D189-DA37-A2B4-47537DA91D60}"/>
              </a:ext>
            </a:extLst>
          </p:cNvPr>
          <p:cNvSpPr>
            <a:spLocks noGrp="1"/>
          </p:cNvSpPr>
          <p:nvPr>
            <p:ph type="title"/>
          </p:nvPr>
        </p:nvSpPr>
        <p:spPr>
          <a:xfrm>
            <a:off x="521208" y="978408"/>
            <a:ext cx="3154680" cy="4069080"/>
          </a:xfrm>
        </p:spPr>
        <p:txBody>
          <a:bodyPr>
            <a:normAutofit/>
          </a:bodyPr>
          <a:lstStyle/>
          <a:p>
            <a:r>
              <a:rPr lang="en-US" sz="2800" dirty="0">
                <a:solidFill>
                  <a:srgbClr val="F8FAFC"/>
                </a:solidFill>
              </a:rPr>
              <a:t>Recommendation for </a:t>
            </a:r>
            <a:r>
              <a:rPr lang="en-US" sz="2800" dirty="0" err="1">
                <a:solidFill>
                  <a:srgbClr val="F8FAFC"/>
                </a:solidFill>
              </a:rPr>
              <a:t>ChadaTech</a:t>
            </a:r>
            <a:endParaRPr lang="en-US" sz="2800" dirty="0">
              <a:solidFill>
                <a:srgbClr val="F8FAFC"/>
              </a:solidFill>
            </a:endParaRPr>
          </a:p>
        </p:txBody>
      </p:sp>
      <p:sp>
        <p:nvSpPr>
          <p:cNvPr id="11" name="Rectangle 10">
            <a:extLst>
              <a:ext uri="{FF2B5EF4-FFF2-40B4-BE49-F238E27FC236}">
                <a16:creationId xmlns:a16="http://schemas.microsoft.com/office/drawing/2014/main" id="{04E511C3-750B-AA87-AE51-0FA2069EA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B02AF24-9AF7-2C66-3EF0-12BFECBB5EBB}"/>
              </a:ext>
            </a:extLst>
          </p:cNvPr>
          <p:cNvGraphicFramePr>
            <a:graphicFrameLocks noGrp="1"/>
          </p:cNvGraphicFramePr>
          <p:nvPr>
            <p:ph idx="1"/>
            <p:extLst>
              <p:ext uri="{D42A27DB-BD31-4B8C-83A1-F6EECF244321}">
                <p14:modId xmlns:p14="http://schemas.microsoft.com/office/powerpoint/2010/main" val="2635768059"/>
              </p:ext>
            </p:extLst>
          </p:nvPr>
        </p:nvGraphicFramePr>
        <p:xfrm>
          <a:off x="4187952" y="978408"/>
          <a:ext cx="7488936" cy="5239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175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5B253-13DB-812D-FC55-9A0636C3D745}"/>
              </a:ext>
            </a:extLst>
          </p:cNvPr>
          <p:cNvSpPr>
            <a:spLocks noGrp="1"/>
          </p:cNvSpPr>
          <p:nvPr>
            <p:ph type="title"/>
          </p:nvPr>
        </p:nvSpPr>
        <p:spPr/>
        <p:txBody>
          <a:bodyPr/>
          <a:lstStyle/>
          <a:p>
            <a:pPr algn="ctr"/>
            <a:r>
              <a:rPr lang="en-US" dirty="0">
                <a:solidFill>
                  <a:srgbClr val="F8FAFC"/>
                </a:solidFill>
              </a:rPr>
              <a:t>References</a:t>
            </a:r>
          </a:p>
        </p:txBody>
      </p:sp>
      <p:sp>
        <p:nvSpPr>
          <p:cNvPr id="3" name="Content Placeholder 2">
            <a:extLst>
              <a:ext uri="{FF2B5EF4-FFF2-40B4-BE49-F238E27FC236}">
                <a16:creationId xmlns:a16="http://schemas.microsoft.com/office/drawing/2014/main" id="{B72A814A-AB24-1ECC-FDAB-E950FA3DA3F3}"/>
              </a:ext>
            </a:extLst>
          </p:cNvPr>
          <p:cNvSpPr>
            <a:spLocks noGrp="1"/>
          </p:cNvSpPr>
          <p:nvPr>
            <p:ph idx="1"/>
          </p:nvPr>
        </p:nvSpPr>
        <p:spPr/>
        <p:txBody>
          <a:bodyPr/>
          <a:lstStyle/>
          <a:p>
            <a:pPr marL="0" indent="0" algn="ctr">
              <a:buNone/>
            </a:pPr>
            <a:r>
              <a:rPr lang="en-US" dirty="0">
                <a:solidFill>
                  <a:srgbClr val="94A3B8"/>
                </a:solidFill>
              </a:rPr>
              <a:t>Atlassian. (2023). </a:t>
            </a:r>
            <a:r>
              <a:rPr lang="en-US" i="1" dirty="0">
                <a:solidFill>
                  <a:srgbClr val="94A3B8"/>
                </a:solidFill>
              </a:rPr>
              <a:t>Agile project management: Best practices and methodologies</a:t>
            </a:r>
            <a:r>
              <a:rPr lang="en-US" dirty="0">
                <a:solidFill>
                  <a:srgbClr val="94A3B8"/>
                </a:solidFill>
              </a:rPr>
              <a:t>. Atlassian. </a:t>
            </a:r>
            <a:r>
              <a:rPr lang="en-US" dirty="0">
                <a:solidFill>
                  <a:srgbClr val="94A3B8"/>
                </a:solidFill>
                <a:hlinkClick r:id="rId2">
                  <a:extLst>
                    <a:ext uri="{A12FA001-AC4F-418D-AE19-62706E023703}">
                      <ahyp:hlinkClr xmlns:ahyp="http://schemas.microsoft.com/office/drawing/2018/hyperlinkcolor" val="tx"/>
                    </a:ext>
                  </a:extLst>
                </a:hlinkClick>
              </a:rPr>
              <a:t>https://www.atlassian.com/agile/project-management</a:t>
            </a:r>
            <a:endParaRPr lang="en-US" dirty="0">
              <a:solidFill>
                <a:srgbClr val="94A3B8"/>
              </a:solidFill>
            </a:endParaRPr>
          </a:p>
          <a:p>
            <a:pPr marL="0" indent="0" algn="ctr">
              <a:buNone/>
            </a:pPr>
            <a:r>
              <a:rPr lang="en-US" dirty="0">
                <a:solidFill>
                  <a:srgbClr val="94A3B8"/>
                </a:solidFill>
              </a:rPr>
              <a:t>Project Management Institute. (2021). </a:t>
            </a:r>
            <a:r>
              <a:rPr lang="en-US" i="1" dirty="0">
                <a:solidFill>
                  <a:srgbClr val="94A3B8"/>
                </a:solidFill>
              </a:rPr>
              <a:t>Agile Practice Guide</a:t>
            </a:r>
            <a:r>
              <a:rPr lang="en-US" dirty="0">
                <a:solidFill>
                  <a:srgbClr val="94A3B8"/>
                </a:solidFill>
              </a:rPr>
              <a:t>. Project Management Institute.</a:t>
            </a:r>
          </a:p>
          <a:p>
            <a:pPr marL="0" indent="0" algn="ctr">
              <a:buNone/>
            </a:pPr>
            <a:r>
              <a:rPr lang="en-US" dirty="0">
                <a:solidFill>
                  <a:srgbClr val="94A3B8"/>
                </a:solidFill>
              </a:rPr>
              <a:t>Rigby, D. K., Elk, S., &amp; Berez, S. (2020). </a:t>
            </a:r>
            <a:r>
              <a:rPr lang="en-US" i="1" dirty="0">
                <a:solidFill>
                  <a:srgbClr val="94A3B8"/>
                </a:solidFill>
              </a:rPr>
              <a:t>Doing Agile Right: Transformation Without Chaos</a:t>
            </a:r>
            <a:r>
              <a:rPr lang="en-US" dirty="0">
                <a:solidFill>
                  <a:srgbClr val="94A3B8"/>
                </a:solidFill>
              </a:rPr>
              <a:t>. Harvard Business Review Press.</a:t>
            </a:r>
          </a:p>
          <a:p>
            <a:pPr marL="0" indent="0" algn="ctr">
              <a:buNone/>
            </a:pPr>
            <a:r>
              <a:rPr lang="en-US" dirty="0">
                <a:solidFill>
                  <a:srgbClr val="94A3B8"/>
                </a:solidFill>
              </a:rPr>
              <a:t>Schwaber, K., &amp; Sutherland, J. (2020). </a:t>
            </a:r>
            <a:r>
              <a:rPr lang="en-US" i="1" dirty="0">
                <a:solidFill>
                  <a:srgbClr val="94A3B8"/>
                </a:solidFill>
              </a:rPr>
              <a:t>The Scrum Guide</a:t>
            </a:r>
            <a:r>
              <a:rPr lang="en-US" dirty="0">
                <a:solidFill>
                  <a:srgbClr val="94A3B8"/>
                </a:solidFill>
              </a:rPr>
              <a:t>. Scrum.org. </a:t>
            </a:r>
            <a:r>
              <a:rPr lang="en-US" dirty="0">
                <a:solidFill>
                  <a:srgbClr val="94A3B8"/>
                </a:solidFill>
                <a:hlinkClick r:id="rId3">
                  <a:extLst>
                    <a:ext uri="{A12FA001-AC4F-418D-AE19-62706E023703}">
                      <ahyp:hlinkClr xmlns:ahyp="http://schemas.microsoft.com/office/drawing/2018/hyperlinkcolor" val="tx"/>
                    </a:ext>
                  </a:extLst>
                </a:hlinkClick>
              </a:rPr>
              <a:t>https://scrumguides.org/scrum-guide.html</a:t>
            </a:r>
            <a:endParaRPr lang="en-US" dirty="0">
              <a:solidFill>
                <a:srgbClr val="94A3B8"/>
              </a:solidFill>
            </a:endParaRPr>
          </a:p>
          <a:p>
            <a:pPr marL="0" indent="0">
              <a:buNone/>
            </a:pPr>
            <a:endParaRPr lang="en-US" dirty="0"/>
          </a:p>
        </p:txBody>
      </p:sp>
    </p:spTree>
    <p:extLst>
      <p:ext uri="{BB962C8B-B14F-4D97-AF65-F5344CB8AC3E}">
        <p14:creationId xmlns:p14="http://schemas.microsoft.com/office/powerpoint/2010/main" val="406923198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100</TotalTime>
  <Words>468</Words>
  <Application>Microsoft Office PowerPoint</Application>
  <PresentationFormat>Widescreen</PresentationFormat>
  <Paragraphs>31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Bierstadt</vt:lpstr>
      <vt:lpstr>Calibri</vt:lpstr>
      <vt:lpstr>GestaltVTI</vt:lpstr>
      <vt:lpstr>Agile Presentation</vt:lpstr>
      <vt:lpstr>Scrum Agile Roles</vt:lpstr>
      <vt:lpstr>Agile SDLC Phases</vt:lpstr>
      <vt:lpstr>The Waterfall Model</vt:lpstr>
      <vt:lpstr>Choosing the Right Approach</vt:lpstr>
      <vt:lpstr>Recommendation for ChadaTech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Wyatt, Alexander</dc:creator>
  <cp:lastModifiedBy>Wyatt, Alexander</cp:lastModifiedBy>
  <cp:revision>2</cp:revision>
  <dcterms:created xsi:type="dcterms:W3CDTF">2026-04-17T21:48:28Z</dcterms:created>
  <dcterms:modified xsi:type="dcterms:W3CDTF">2026-04-17T23:29:06Z</dcterms:modified>
</cp:coreProperties>
</file>